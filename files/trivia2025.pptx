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60" r:id="rId4"/>
    <p:sldId id="258" r:id="rId5"/>
    <p:sldId id="261" r:id="rId6"/>
    <p:sldId id="259" r:id="rId7"/>
    <p:sldId id="262" r:id="rId8"/>
    <p:sldId id="267" r:id="rId9"/>
    <p:sldId id="268" r:id="rId10"/>
    <p:sldId id="269" r:id="rId11"/>
    <p:sldId id="270" r:id="rId12"/>
    <p:sldId id="263" r:id="rId13"/>
    <p:sldId id="264" r:id="rId14"/>
    <p:sldId id="265" r:id="rId15"/>
    <p:sldId id="266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307" r:id="rId29"/>
    <p:sldId id="308" r:id="rId30"/>
    <p:sldId id="309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10" r:id="rId56"/>
    <p:sldId id="311" r:id="rId57"/>
    <p:sldId id="312" r:id="rId58"/>
    <p:sldId id="313" r:id="rId59"/>
    <p:sldId id="314" r:id="rId60"/>
    <p:sldId id="315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7B1"/>
    <a:srgbClr val="5F6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955711-0196-43AC-B88A-F8F03C3CE4F9}" v="1165" dt="2025-10-29T05:17:18.3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6" d="100"/>
          <a:sy n="96" d="100"/>
        </p:scale>
        <p:origin x="2034" y="6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Lenz" userId="36309544027_tp_box_2" providerId="OAuth2" clId="{A276375B-01F0-4882-A813-122412C6E425}"/>
    <pc:docChg chg="undo custSel mod addSld delSld modSld sldOrd">
      <pc:chgData name="Thomas Lenz" userId="36309544027_tp_box_2" providerId="OAuth2" clId="{A276375B-01F0-4882-A813-122412C6E425}" dt="2025-10-29T05:17:18.354" v="10383" actId="14100"/>
      <pc:docMkLst>
        <pc:docMk/>
      </pc:docMkLst>
      <pc:sldChg chg="modSp mod">
        <pc:chgData name="Thomas Lenz" userId="36309544027_tp_box_2" providerId="OAuth2" clId="{A276375B-01F0-4882-A813-122412C6E425}" dt="2025-10-29T03:53:06.095" v="7433" actId="20577"/>
        <pc:sldMkLst>
          <pc:docMk/>
          <pc:sldMk cId="2148542896" sldId="257"/>
        </pc:sldMkLst>
        <pc:spChg chg="mod">
          <ac:chgData name="Thomas Lenz" userId="36309544027_tp_box_2" providerId="OAuth2" clId="{A276375B-01F0-4882-A813-122412C6E425}" dt="2025-10-29T03:53:06.095" v="7433" actId="20577"/>
          <ac:spMkLst>
            <pc:docMk/>
            <pc:sldMk cId="2148542896" sldId="257"/>
            <ac:spMk id="3" creationId="{2F970611-6884-6F26-3C00-C33B9B3BA7B4}"/>
          </ac:spMkLst>
        </pc:spChg>
      </pc:sldChg>
      <pc:sldChg chg="addSp modSp mod">
        <pc:chgData name="Thomas Lenz" userId="36309544027_tp_box_2" providerId="OAuth2" clId="{A276375B-01F0-4882-A813-122412C6E425}" dt="2025-10-20T23:49:52.788" v="659" actId="20577"/>
        <pc:sldMkLst>
          <pc:docMk/>
          <pc:sldMk cId="3662768472" sldId="258"/>
        </pc:sldMkLst>
        <pc:spChg chg="mod">
          <ac:chgData name="Thomas Lenz" userId="36309544027_tp_box_2" providerId="OAuth2" clId="{A276375B-01F0-4882-A813-122412C6E425}" dt="2025-10-20T23:49:52.788" v="659" actId="20577"/>
          <ac:spMkLst>
            <pc:docMk/>
            <pc:sldMk cId="3662768472" sldId="258"/>
            <ac:spMk id="3" creationId="{EEF8057B-9102-E7DC-FA80-5C5A5B19678F}"/>
          </ac:spMkLst>
        </pc:spChg>
        <pc:picChg chg="add mod">
          <ac:chgData name="Thomas Lenz" userId="36309544027_tp_box_2" providerId="OAuth2" clId="{A276375B-01F0-4882-A813-122412C6E425}" dt="2025-10-20T23:49:44.778" v="655" actId="1076"/>
          <ac:picMkLst>
            <pc:docMk/>
            <pc:sldMk cId="3662768472" sldId="258"/>
            <ac:picMk id="2050" creationId="{3E4E345C-D6C7-CE06-0C82-FEE5BC2ED730}"/>
          </ac:picMkLst>
        </pc:picChg>
      </pc:sldChg>
      <pc:sldChg chg="addSp delSp modSp mod">
        <pc:chgData name="Thomas Lenz" userId="36309544027_tp_box_2" providerId="OAuth2" clId="{A276375B-01F0-4882-A813-122412C6E425}" dt="2025-10-21T00:17:07.544" v="1422"/>
        <pc:sldMkLst>
          <pc:docMk/>
          <pc:sldMk cId="4001413715" sldId="259"/>
        </pc:sldMkLst>
        <pc:spChg chg="mod">
          <ac:chgData name="Thomas Lenz" userId="36309544027_tp_box_2" providerId="OAuth2" clId="{A276375B-01F0-4882-A813-122412C6E425}" dt="2025-10-21T00:17:07.544" v="1422"/>
          <ac:spMkLst>
            <pc:docMk/>
            <pc:sldMk cId="4001413715" sldId="259"/>
            <ac:spMk id="3" creationId="{3175F403-2DF8-5C4B-E745-DFBF6E96EE05}"/>
          </ac:spMkLst>
        </pc:spChg>
        <pc:picChg chg="add mod">
          <ac:chgData name="Thomas Lenz" userId="36309544027_tp_box_2" providerId="OAuth2" clId="{A276375B-01F0-4882-A813-122412C6E425}" dt="2025-10-20T23:55:11.859" v="681" actId="1076"/>
          <ac:picMkLst>
            <pc:docMk/>
            <pc:sldMk cId="4001413715" sldId="259"/>
            <ac:picMk id="4098" creationId="{4834EACC-587F-5595-A608-09DE7F2983F9}"/>
          </ac:picMkLst>
        </pc:picChg>
      </pc:sldChg>
      <pc:sldChg chg="modSp mod">
        <pc:chgData name="Thomas Lenz" userId="36309544027_tp_box_2" providerId="OAuth2" clId="{A276375B-01F0-4882-A813-122412C6E425}" dt="2025-10-29T05:09:17.920" v="10296" actId="20577"/>
        <pc:sldMkLst>
          <pc:docMk/>
          <pc:sldMk cId="4083679183" sldId="260"/>
        </pc:sldMkLst>
        <pc:spChg chg="mod">
          <ac:chgData name="Thomas Lenz" userId="36309544027_tp_box_2" providerId="OAuth2" clId="{A276375B-01F0-4882-A813-122412C6E425}" dt="2025-10-29T05:09:17.920" v="10296" actId="20577"/>
          <ac:spMkLst>
            <pc:docMk/>
            <pc:sldMk cId="4083679183" sldId="260"/>
            <ac:spMk id="3" creationId="{E03257E7-1257-B43B-6F36-45859FE2A68B}"/>
          </ac:spMkLst>
        </pc:spChg>
      </pc:sldChg>
      <pc:sldChg chg="addSp delSp modSp mod ord">
        <pc:chgData name="Thomas Lenz" userId="36309544027_tp_box_2" providerId="OAuth2" clId="{A276375B-01F0-4882-A813-122412C6E425}" dt="2025-10-20T23:51:02.256" v="669" actId="1076"/>
        <pc:sldMkLst>
          <pc:docMk/>
          <pc:sldMk cId="3946698259" sldId="261"/>
        </pc:sldMkLst>
        <pc:spChg chg="mod">
          <ac:chgData name="Thomas Lenz" userId="36309544027_tp_box_2" providerId="OAuth2" clId="{A276375B-01F0-4882-A813-122412C6E425}" dt="2025-10-20T23:50:35.823" v="664" actId="14100"/>
          <ac:spMkLst>
            <pc:docMk/>
            <pc:sldMk cId="3946698259" sldId="261"/>
            <ac:spMk id="3" creationId="{963EFBD2-3263-C52D-179C-B8FEAC1644E9}"/>
          </ac:spMkLst>
        </pc:spChg>
        <pc:picChg chg="add mod">
          <ac:chgData name="Thomas Lenz" userId="36309544027_tp_box_2" providerId="OAuth2" clId="{A276375B-01F0-4882-A813-122412C6E425}" dt="2025-10-20T23:51:02.256" v="669" actId="1076"/>
          <ac:picMkLst>
            <pc:docMk/>
            <pc:sldMk cId="3946698259" sldId="261"/>
            <ac:picMk id="3074" creationId="{19ACB46B-77AE-335F-71C3-F95F337FAE8B}"/>
          </ac:picMkLst>
        </pc:picChg>
      </pc:sldChg>
      <pc:sldChg chg="addSp delSp modSp mod">
        <pc:chgData name="Thomas Lenz" userId="36309544027_tp_box_2" providerId="OAuth2" clId="{A276375B-01F0-4882-A813-122412C6E425}" dt="2025-10-20T23:57:32.154" v="689" actId="1076"/>
        <pc:sldMkLst>
          <pc:docMk/>
          <pc:sldMk cId="2408337464" sldId="262"/>
        </pc:sldMkLst>
        <pc:spChg chg="mod">
          <ac:chgData name="Thomas Lenz" userId="36309544027_tp_box_2" providerId="OAuth2" clId="{A276375B-01F0-4882-A813-122412C6E425}" dt="2025-10-20T23:56:56.848" v="686" actId="14100"/>
          <ac:spMkLst>
            <pc:docMk/>
            <pc:sldMk cId="2408337464" sldId="262"/>
            <ac:spMk id="3" creationId="{903B2611-64E8-B5C1-7FB1-054A13880A56}"/>
          </ac:spMkLst>
        </pc:spChg>
        <pc:picChg chg="add mod">
          <ac:chgData name="Thomas Lenz" userId="36309544027_tp_box_2" providerId="OAuth2" clId="{A276375B-01F0-4882-A813-122412C6E425}" dt="2025-10-20T23:57:32.154" v="689" actId="1076"/>
          <ac:picMkLst>
            <pc:docMk/>
            <pc:sldMk cId="2408337464" sldId="262"/>
            <ac:picMk id="5122" creationId="{AFFE3AC0-53FC-B726-E46C-275EB001FFB5}"/>
          </ac:picMkLst>
        </pc:picChg>
      </pc:sldChg>
      <pc:sldChg chg="addSp modSp mod">
        <pc:chgData name="Thomas Lenz" userId="36309544027_tp_box_2" providerId="OAuth2" clId="{A276375B-01F0-4882-A813-122412C6E425}" dt="2025-10-21T00:29:21.301" v="1608" actId="20577"/>
        <pc:sldMkLst>
          <pc:docMk/>
          <pc:sldMk cId="4058033753" sldId="263"/>
        </pc:sldMkLst>
        <pc:spChg chg="mod">
          <ac:chgData name="Thomas Lenz" userId="36309544027_tp_box_2" providerId="OAuth2" clId="{A276375B-01F0-4882-A813-122412C6E425}" dt="2025-10-21T00:28:09.670" v="1540" actId="20577"/>
          <ac:spMkLst>
            <pc:docMk/>
            <pc:sldMk cId="4058033753" sldId="263"/>
            <ac:spMk id="2" creationId="{FB7D460E-F9BF-DA35-6526-9593D8045EDB}"/>
          </ac:spMkLst>
        </pc:spChg>
        <pc:spChg chg="mod">
          <ac:chgData name="Thomas Lenz" userId="36309544027_tp_box_2" providerId="OAuth2" clId="{A276375B-01F0-4882-A813-122412C6E425}" dt="2025-10-21T00:29:21.301" v="1608" actId="20577"/>
          <ac:spMkLst>
            <pc:docMk/>
            <pc:sldMk cId="4058033753" sldId="263"/>
            <ac:spMk id="3" creationId="{A0113E1E-9076-21CE-466B-212E7755121E}"/>
          </ac:spMkLst>
        </pc:spChg>
        <pc:picChg chg="add mod">
          <ac:chgData name="Thomas Lenz" userId="36309544027_tp_box_2" providerId="OAuth2" clId="{A276375B-01F0-4882-A813-122412C6E425}" dt="2025-10-21T00:26:19.162" v="1516" actId="1076"/>
          <ac:picMkLst>
            <pc:docMk/>
            <pc:sldMk cId="4058033753" sldId="263"/>
            <ac:picMk id="11266" creationId="{D3165E86-38CC-1453-EBB6-419AA007C1E0}"/>
          </ac:picMkLst>
        </pc:picChg>
        <pc:picChg chg="add mod">
          <ac:chgData name="Thomas Lenz" userId="36309544027_tp_box_2" providerId="OAuth2" clId="{A276375B-01F0-4882-A813-122412C6E425}" dt="2025-10-21T00:26:20.506" v="1517" actId="1076"/>
          <ac:picMkLst>
            <pc:docMk/>
            <pc:sldMk cId="4058033753" sldId="263"/>
            <ac:picMk id="11268" creationId="{12805240-00A2-773D-C2A2-4F6987FC61FB}"/>
          </ac:picMkLst>
        </pc:picChg>
        <pc:picChg chg="add mod">
          <ac:chgData name="Thomas Lenz" userId="36309544027_tp_box_2" providerId="OAuth2" clId="{A276375B-01F0-4882-A813-122412C6E425}" dt="2025-10-21T00:26:24.269" v="1520" actId="1076"/>
          <ac:picMkLst>
            <pc:docMk/>
            <pc:sldMk cId="4058033753" sldId="263"/>
            <ac:picMk id="11270" creationId="{22BF8EA3-49A5-6691-D435-6950B2E67912}"/>
          </ac:picMkLst>
        </pc:picChg>
        <pc:picChg chg="add mod">
          <ac:chgData name="Thomas Lenz" userId="36309544027_tp_box_2" providerId="OAuth2" clId="{A276375B-01F0-4882-A813-122412C6E425}" dt="2025-10-21T00:26:46.704" v="1529" actId="1076"/>
          <ac:picMkLst>
            <pc:docMk/>
            <pc:sldMk cId="4058033753" sldId="263"/>
            <ac:picMk id="11272" creationId="{602BD000-A27E-B385-4703-7E029D8FA0B7}"/>
          </ac:picMkLst>
        </pc:picChg>
        <pc:picChg chg="add mod">
          <ac:chgData name="Thomas Lenz" userId="36309544027_tp_box_2" providerId="OAuth2" clId="{A276375B-01F0-4882-A813-122412C6E425}" dt="2025-10-21T00:26:58.322" v="1531" actId="1076"/>
          <ac:picMkLst>
            <pc:docMk/>
            <pc:sldMk cId="4058033753" sldId="263"/>
            <ac:picMk id="11274" creationId="{860CCF8F-64F3-7559-4251-F81FE5D2BE5F}"/>
          </ac:picMkLst>
        </pc:picChg>
      </pc:sldChg>
      <pc:sldChg chg="addSp delSp modSp mod">
        <pc:chgData name="Thomas Lenz" userId="36309544027_tp_box_2" providerId="OAuth2" clId="{A276375B-01F0-4882-A813-122412C6E425}" dt="2025-10-29T05:11:12.068" v="10306" actId="20577"/>
        <pc:sldMkLst>
          <pc:docMk/>
          <pc:sldMk cId="616928538" sldId="264"/>
        </pc:sldMkLst>
        <pc:spChg chg="mod">
          <ac:chgData name="Thomas Lenz" userId="36309544027_tp_box_2" providerId="OAuth2" clId="{A276375B-01F0-4882-A813-122412C6E425}" dt="2025-10-29T05:11:12.068" v="10306" actId="20577"/>
          <ac:spMkLst>
            <pc:docMk/>
            <pc:sldMk cId="616928538" sldId="264"/>
            <ac:spMk id="3" creationId="{197A1B2B-6F13-9554-C41F-204C5897B44A}"/>
          </ac:spMkLst>
        </pc:spChg>
        <pc:picChg chg="add mod">
          <ac:chgData name="Thomas Lenz" userId="36309544027_tp_box_2" providerId="OAuth2" clId="{A276375B-01F0-4882-A813-122412C6E425}" dt="2025-10-21T00:18:16.942" v="1428"/>
          <ac:picMkLst>
            <pc:docMk/>
            <pc:sldMk cId="616928538" sldId="264"/>
            <ac:picMk id="10242" creationId="{E26F94D4-4B56-73D5-972F-FCA8D19C9A72}"/>
          </ac:picMkLst>
        </pc:picChg>
      </pc:sldChg>
      <pc:sldChg chg="addSp delSp modSp mod">
        <pc:chgData name="Thomas Lenz" userId="36309544027_tp_box_2" providerId="OAuth2" clId="{A276375B-01F0-4882-A813-122412C6E425}" dt="2025-10-21T00:32:34.673" v="1681" actId="1076"/>
        <pc:sldMkLst>
          <pc:docMk/>
          <pc:sldMk cId="3007275659" sldId="265"/>
        </pc:sldMkLst>
        <pc:spChg chg="mod">
          <ac:chgData name="Thomas Lenz" userId="36309544027_tp_box_2" providerId="OAuth2" clId="{A276375B-01F0-4882-A813-122412C6E425}" dt="2025-10-21T00:29:54.557" v="1642" actId="14100"/>
          <ac:spMkLst>
            <pc:docMk/>
            <pc:sldMk cId="3007275659" sldId="265"/>
            <ac:spMk id="3" creationId="{1273D489-8388-391B-A552-88338B8827A5}"/>
          </ac:spMkLst>
        </pc:spChg>
        <pc:picChg chg="add mod">
          <ac:chgData name="Thomas Lenz" userId="36309544027_tp_box_2" providerId="OAuth2" clId="{A276375B-01F0-4882-A813-122412C6E425}" dt="2025-10-21T00:32:18.480" v="1679" actId="1076"/>
          <ac:picMkLst>
            <pc:docMk/>
            <pc:sldMk cId="3007275659" sldId="265"/>
            <ac:picMk id="12290" creationId="{540DDBDA-1627-2D1F-B492-C7DCE19B0330}"/>
          </ac:picMkLst>
        </pc:picChg>
        <pc:picChg chg="add mod">
          <ac:chgData name="Thomas Lenz" userId="36309544027_tp_box_2" providerId="OAuth2" clId="{A276375B-01F0-4882-A813-122412C6E425}" dt="2025-10-21T00:32:13.067" v="1678" actId="1076"/>
          <ac:picMkLst>
            <pc:docMk/>
            <pc:sldMk cId="3007275659" sldId="265"/>
            <ac:picMk id="12296" creationId="{934AC6ED-E546-D97F-58E6-062A7355E32E}"/>
          </ac:picMkLst>
        </pc:picChg>
        <pc:picChg chg="add mod">
          <ac:chgData name="Thomas Lenz" userId="36309544027_tp_box_2" providerId="OAuth2" clId="{A276375B-01F0-4882-A813-122412C6E425}" dt="2025-10-21T00:32:34.673" v="1681" actId="1076"/>
          <ac:picMkLst>
            <pc:docMk/>
            <pc:sldMk cId="3007275659" sldId="265"/>
            <ac:picMk id="12298" creationId="{C8220F84-8742-15B9-FCD6-F30DF97AB507}"/>
          </ac:picMkLst>
        </pc:picChg>
      </pc:sldChg>
      <pc:sldChg chg="addSp delSp modSp mod">
        <pc:chgData name="Thomas Lenz" userId="36309544027_tp_box_2" providerId="OAuth2" clId="{A276375B-01F0-4882-A813-122412C6E425}" dt="2025-10-21T00:30:48.555" v="1660" actId="1076"/>
        <pc:sldMkLst>
          <pc:docMk/>
          <pc:sldMk cId="718000572" sldId="266"/>
        </pc:sldMkLst>
        <pc:spChg chg="mod">
          <ac:chgData name="Thomas Lenz" userId="36309544027_tp_box_2" providerId="OAuth2" clId="{A276375B-01F0-4882-A813-122412C6E425}" dt="2025-10-21T00:30:09.660" v="1646" actId="1076"/>
          <ac:spMkLst>
            <pc:docMk/>
            <pc:sldMk cId="718000572" sldId="266"/>
            <ac:spMk id="3" creationId="{54FCFCC9-9996-A437-C7AC-4206F5454829}"/>
          </ac:spMkLst>
        </pc:spChg>
        <pc:spChg chg="mod">
          <ac:chgData name="Thomas Lenz" userId="36309544027_tp_box_2" providerId="OAuth2" clId="{A276375B-01F0-4882-A813-122412C6E425}" dt="2025-10-20T23:23:23.396" v="5" actId="164"/>
          <ac:spMkLst>
            <pc:docMk/>
            <pc:sldMk cId="718000572" sldId="266"/>
            <ac:spMk id="5" creationId="{77E16467-42C2-2341-DD10-CBB87C90A6A6}"/>
          </ac:spMkLst>
        </pc:spChg>
        <pc:spChg chg="add mod">
          <ac:chgData name="Thomas Lenz" userId="36309544027_tp_box_2" providerId="OAuth2" clId="{A276375B-01F0-4882-A813-122412C6E425}" dt="2025-10-21T00:30:30.780" v="1653" actId="1076"/>
          <ac:spMkLst>
            <pc:docMk/>
            <pc:sldMk cId="718000572" sldId="266"/>
            <ac:spMk id="8" creationId="{A1D0B629-D48F-5421-DEFE-6110B0E824A0}"/>
          </ac:spMkLst>
        </pc:spChg>
        <pc:spChg chg="add mod">
          <ac:chgData name="Thomas Lenz" userId="36309544027_tp_box_2" providerId="OAuth2" clId="{A276375B-01F0-4882-A813-122412C6E425}" dt="2025-10-21T00:30:17.391" v="1647" actId="1076"/>
          <ac:spMkLst>
            <pc:docMk/>
            <pc:sldMk cId="718000572" sldId="266"/>
            <ac:spMk id="9" creationId="{09F2BB81-44D6-CFD0-5524-3362C7637B75}"/>
          </ac:spMkLst>
        </pc:spChg>
        <pc:spChg chg="add mod">
          <ac:chgData name="Thomas Lenz" userId="36309544027_tp_box_2" providerId="OAuth2" clId="{A276375B-01F0-4882-A813-122412C6E425}" dt="2025-10-21T00:30:36.150" v="1655" actId="1076"/>
          <ac:spMkLst>
            <pc:docMk/>
            <pc:sldMk cId="718000572" sldId="266"/>
            <ac:spMk id="10" creationId="{6BC22812-508F-8A47-B3D9-272A8B971640}"/>
          </ac:spMkLst>
        </pc:spChg>
        <pc:spChg chg="add mod">
          <ac:chgData name="Thomas Lenz" userId="36309544027_tp_box_2" providerId="OAuth2" clId="{A276375B-01F0-4882-A813-122412C6E425}" dt="2025-10-21T00:30:48.555" v="1660" actId="1076"/>
          <ac:spMkLst>
            <pc:docMk/>
            <pc:sldMk cId="718000572" sldId="266"/>
            <ac:spMk id="11" creationId="{458327E9-4772-325F-B142-3BCC57FC1EAE}"/>
          </ac:spMkLst>
        </pc:spChg>
        <pc:spChg chg="add mod">
          <ac:chgData name="Thomas Lenz" userId="36309544027_tp_box_2" providerId="OAuth2" clId="{A276375B-01F0-4882-A813-122412C6E425}" dt="2025-10-21T00:30:45.016" v="1659" actId="14100"/>
          <ac:spMkLst>
            <pc:docMk/>
            <pc:sldMk cId="718000572" sldId="266"/>
            <ac:spMk id="12" creationId="{E54516E5-532F-042B-0925-B9BF41C7AD01}"/>
          </ac:spMkLst>
        </pc:spChg>
        <pc:grpChg chg="add mod">
          <ac:chgData name="Thomas Lenz" userId="36309544027_tp_box_2" providerId="OAuth2" clId="{A276375B-01F0-4882-A813-122412C6E425}" dt="2025-10-21T00:30:32.700" v="1654" actId="1076"/>
          <ac:grpSpMkLst>
            <pc:docMk/>
            <pc:sldMk cId="718000572" sldId="266"/>
            <ac:grpSpMk id="7" creationId="{4B2B8506-6452-24FD-D595-8DF77D80D0CE}"/>
          </ac:grpSpMkLst>
        </pc:grpChg>
        <pc:grpChg chg="add mod">
          <ac:chgData name="Thomas Lenz" userId="36309544027_tp_box_2" providerId="OAuth2" clId="{A276375B-01F0-4882-A813-122412C6E425}" dt="2025-10-21T00:30:45.016" v="1659" actId="14100"/>
          <ac:grpSpMkLst>
            <pc:docMk/>
            <pc:sldMk cId="718000572" sldId="266"/>
            <ac:grpSpMk id="13" creationId="{BA7ED0B4-FBC6-DF6B-33B6-A7BDEC5DD904}"/>
          </ac:grpSpMkLst>
        </pc:grpChg>
        <pc:picChg chg="mod">
          <ac:chgData name="Thomas Lenz" userId="36309544027_tp_box_2" providerId="OAuth2" clId="{A276375B-01F0-4882-A813-122412C6E425}" dt="2025-10-20T23:23:23.396" v="5" actId="164"/>
          <ac:picMkLst>
            <pc:docMk/>
            <pc:sldMk cId="718000572" sldId="266"/>
            <ac:picMk id="4" creationId="{5D3B1408-3F05-FF6F-8A7C-AEC3A150915A}"/>
          </ac:picMkLst>
        </pc:picChg>
        <pc:picChg chg="mod">
          <ac:chgData name="Thomas Lenz" userId="36309544027_tp_box_2" providerId="OAuth2" clId="{A276375B-01F0-4882-A813-122412C6E425}" dt="2025-10-21T00:30:17.391" v="1647" actId="1076"/>
          <ac:picMkLst>
            <pc:docMk/>
            <pc:sldMk cId="718000572" sldId="266"/>
            <ac:picMk id="6" creationId="{0FC7DA46-E0F9-F394-F52D-F8A72B5EC69A}"/>
          </ac:picMkLst>
        </pc:picChg>
        <pc:picChg chg="add mod">
          <ac:chgData name="Thomas Lenz" userId="36309544027_tp_box_2" providerId="OAuth2" clId="{A276375B-01F0-4882-A813-122412C6E425}" dt="2025-10-21T00:30:41.827" v="1658" actId="1076"/>
          <ac:picMkLst>
            <pc:docMk/>
            <pc:sldMk cId="718000572" sldId="266"/>
            <ac:picMk id="1026" creationId="{F2ADA04F-B102-6E2F-2D23-98C8180EB323}"/>
          </ac:picMkLst>
        </pc:picChg>
        <pc:picChg chg="add mod">
          <ac:chgData name="Thomas Lenz" userId="36309544027_tp_box_2" providerId="OAuth2" clId="{A276375B-01F0-4882-A813-122412C6E425}" dt="2025-10-21T00:30:45.016" v="1659" actId="14100"/>
          <ac:picMkLst>
            <pc:docMk/>
            <pc:sldMk cId="718000572" sldId="266"/>
            <ac:picMk id="1028" creationId="{8C0D08CC-4DEF-555B-F908-177B322A7AC8}"/>
          </ac:picMkLst>
        </pc:picChg>
      </pc:sldChg>
      <pc:sldChg chg="delSp modSp add mod ord">
        <pc:chgData name="Thomas Lenz" userId="36309544027_tp_box_2" providerId="OAuth2" clId="{A276375B-01F0-4882-A813-122412C6E425}" dt="2025-10-20T23:58:43.745" v="781" actId="20577"/>
        <pc:sldMkLst>
          <pc:docMk/>
          <pc:sldMk cId="1019720526" sldId="267"/>
        </pc:sldMkLst>
        <pc:spChg chg="mod">
          <ac:chgData name="Thomas Lenz" userId="36309544027_tp_box_2" providerId="OAuth2" clId="{A276375B-01F0-4882-A813-122412C6E425}" dt="2025-10-20T23:58:08.454" v="710" actId="27636"/>
          <ac:spMkLst>
            <pc:docMk/>
            <pc:sldMk cId="1019720526" sldId="267"/>
            <ac:spMk id="2" creationId="{E194B2D6-A860-3D71-88F2-C1B0E1B1BDB0}"/>
          </ac:spMkLst>
        </pc:spChg>
        <pc:spChg chg="mod">
          <ac:chgData name="Thomas Lenz" userId="36309544027_tp_box_2" providerId="OAuth2" clId="{A276375B-01F0-4882-A813-122412C6E425}" dt="2025-10-20T23:58:43.745" v="781" actId="20577"/>
          <ac:spMkLst>
            <pc:docMk/>
            <pc:sldMk cId="1019720526" sldId="267"/>
            <ac:spMk id="3" creationId="{D58DA486-7A74-9C97-D722-16A115904542}"/>
          </ac:spMkLst>
        </pc:spChg>
      </pc:sldChg>
      <pc:sldChg chg="addSp delSp modSp add mod">
        <pc:chgData name="Thomas Lenz" userId="36309544027_tp_box_2" providerId="OAuth2" clId="{A276375B-01F0-4882-A813-122412C6E425}" dt="2025-10-29T02:35:19.779" v="6179" actId="113"/>
        <pc:sldMkLst>
          <pc:docMk/>
          <pc:sldMk cId="1244424432" sldId="268"/>
        </pc:sldMkLst>
        <pc:spChg chg="add del mod">
          <ac:chgData name="Thomas Lenz" userId="36309544027_tp_box_2" providerId="OAuth2" clId="{A276375B-01F0-4882-A813-122412C6E425}" dt="2025-10-21T00:00:20.061" v="804" actId="1076"/>
          <ac:spMkLst>
            <pc:docMk/>
            <pc:sldMk cId="1244424432" sldId="268"/>
            <ac:spMk id="2" creationId="{C590591B-AE65-529B-BBAA-69A3EAF9441F}"/>
          </ac:spMkLst>
        </pc:spChg>
        <pc:spChg chg="mod">
          <ac:chgData name="Thomas Lenz" userId="36309544027_tp_box_2" providerId="OAuth2" clId="{A276375B-01F0-4882-A813-122412C6E425}" dt="2025-10-29T02:35:19.779" v="6179" actId="113"/>
          <ac:spMkLst>
            <pc:docMk/>
            <pc:sldMk cId="1244424432" sldId="268"/>
            <ac:spMk id="3" creationId="{2AB3A91D-4797-12E0-7FD3-D619016110E9}"/>
          </ac:spMkLst>
        </pc:spChg>
        <pc:spChg chg="add mod">
          <ac:chgData name="Thomas Lenz" userId="36309544027_tp_box_2" providerId="OAuth2" clId="{A276375B-01F0-4882-A813-122412C6E425}" dt="2025-10-21T00:02:17.556" v="864" actId="1076"/>
          <ac:spMkLst>
            <pc:docMk/>
            <pc:sldMk cId="1244424432" sldId="268"/>
            <ac:spMk id="4" creationId="{73AB58E0-E31F-3ADA-057B-FE731AB6BF26}"/>
          </ac:spMkLst>
        </pc:spChg>
        <pc:picChg chg="mod">
          <ac:chgData name="Thomas Lenz" userId="36309544027_tp_box_2" providerId="OAuth2" clId="{A276375B-01F0-4882-A813-122412C6E425}" dt="2025-10-21T00:00:20.061" v="804" actId="1076"/>
          <ac:picMkLst>
            <pc:docMk/>
            <pc:sldMk cId="1244424432" sldId="268"/>
            <ac:picMk id="3074" creationId="{8C480328-F843-3486-D5E8-B0A0B4D23565}"/>
          </ac:picMkLst>
        </pc:picChg>
        <pc:picChg chg="add mod">
          <ac:chgData name="Thomas Lenz" userId="36309544027_tp_box_2" providerId="OAuth2" clId="{A276375B-01F0-4882-A813-122412C6E425}" dt="2025-10-21T00:00:20.061" v="804" actId="1076"/>
          <ac:picMkLst>
            <pc:docMk/>
            <pc:sldMk cId="1244424432" sldId="268"/>
            <ac:picMk id="8198" creationId="{AE6BF291-E091-EA76-7A31-C3D6F885119E}"/>
          </ac:picMkLst>
        </pc:picChg>
      </pc:sldChg>
      <pc:sldChg chg="addSp modSp add mod">
        <pc:chgData name="Thomas Lenz" userId="36309544027_tp_box_2" providerId="OAuth2" clId="{A276375B-01F0-4882-A813-122412C6E425}" dt="2025-10-29T02:35:22.916" v="6180" actId="113"/>
        <pc:sldMkLst>
          <pc:docMk/>
          <pc:sldMk cId="3962004948" sldId="269"/>
        </pc:sldMkLst>
        <pc:spChg chg="add mod">
          <ac:chgData name="Thomas Lenz" userId="36309544027_tp_box_2" providerId="OAuth2" clId="{A276375B-01F0-4882-A813-122412C6E425}" dt="2025-10-21T00:06:47.109" v="1221" actId="20577"/>
          <ac:spMkLst>
            <pc:docMk/>
            <pc:sldMk cId="3962004948" sldId="269"/>
            <ac:spMk id="2" creationId="{8E93E10E-EF17-4119-95BB-9E30169DF5C4}"/>
          </ac:spMkLst>
        </pc:spChg>
        <pc:spChg chg="mod">
          <ac:chgData name="Thomas Lenz" userId="36309544027_tp_box_2" providerId="OAuth2" clId="{A276375B-01F0-4882-A813-122412C6E425}" dt="2025-10-29T02:35:22.916" v="6180" actId="113"/>
          <ac:spMkLst>
            <pc:docMk/>
            <pc:sldMk cId="3962004948" sldId="269"/>
            <ac:spMk id="3" creationId="{D1ADA754-008A-F474-E56E-F6BA87632F54}"/>
          </ac:spMkLst>
        </pc:spChg>
        <pc:picChg chg="mod">
          <ac:chgData name="Thomas Lenz" userId="36309544027_tp_box_2" providerId="OAuth2" clId="{A276375B-01F0-4882-A813-122412C6E425}" dt="2025-10-21T00:04:20.351" v="950" actId="1076"/>
          <ac:picMkLst>
            <pc:docMk/>
            <pc:sldMk cId="3962004948" sldId="269"/>
            <ac:picMk id="4098" creationId="{F7888FA1-F34D-7A01-5C40-80EBAB814482}"/>
          </ac:picMkLst>
        </pc:picChg>
        <pc:picChg chg="add mod">
          <ac:chgData name="Thomas Lenz" userId="36309544027_tp_box_2" providerId="OAuth2" clId="{A276375B-01F0-4882-A813-122412C6E425}" dt="2025-10-21T00:04:22.671" v="951" actId="1076"/>
          <ac:picMkLst>
            <pc:docMk/>
            <pc:sldMk cId="3962004948" sldId="269"/>
            <ac:picMk id="7170" creationId="{87BD2BEA-E118-3F75-13CF-2491AFB30512}"/>
          </ac:picMkLst>
        </pc:picChg>
      </pc:sldChg>
      <pc:sldChg chg="addSp delSp modSp add mod">
        <pc:chgData name="Thomas Lenz" userId="36309544027_tp_box_2" providerId="OAuth2" clId="{A276375B-01F0-4882-A813-122412C6E425}" dt="2025-10-29T02:35:28.341" v="6181" actId="113"/>
        <pc:sldMkLst>
          <pc:docMk/>
          <pc:sldMk cId="870754346" sldId="270"/>
        </pc:sldMkLst>
        <pc:spChg chg="mod">
          <ac:chgData name="Thomas Lenz" userId="36309544027_tp_box_2" providerId="OAuth2" clId="{A276375B-01F0-4882-A813-122412C6E425}" dt="2025-10-29T02:35:28.341" v="6181" actId="113"/>
          <ac:spMkLst>
            <pc:docMk/>
            <pc:sldMk cId="870754346" sldId="270"/>
            <ac:spMk id="3" creationId="{3C0C02D0-D5F7-11EA-1784-827621E49A6F}"/>
          </ac:spMkLst>
        </pc:spChg>
        <pc:spChg chg="add mod">
          <ac:chgData name="Thomas Lenz" userId="36309544027_tp_box_2" providerId="OAuth2" clId="{A276375B-01F0-4882-A813-122412C6E425}" dt="2025-10-21T00:11:12.841" v="1315" actId="1076"/>
          <ac:spMkLst>
            <pc:docMk/>
            <pc:sldMk cId="870754346" sldId="270"/>
            <ac:spMk id="4" creationId="{DFB5C63C-0BC5-60D3-50FB-0F8645F20726}"/>
          </ac:spMkLst>
        </pc:spChg>
        <pc:spChg chg="add mod">
          <ac:chgData name="Thomas Lenz" userId="36309544027_tp_box_2" providerId="OAuth2" clId="{A276375B-01F0-4882-A813-122412C6E425}" dt="2025-10-21T00:15:59.927" v="1414" actId="1076"/>
          <ac:spMkLst>
            <pc:docMk/>
            <pc:sldMk cId="870754346" sldId="270"/>
            <ac:spMk id="5" creationId="{DAC1D8B6-E994-D381-7262-C23337F39710}"/>
          </ac:spMkLst>
        </pc:spChg>
        <pc:spChg chg="add mod">
          <ac:chgData name="Thomas Lenz" userId="36309544027_tp_box_2" providerId="OAuth2" clId="{A276375B-01F0-4882-A813-122412C6E425}" dt="2025-10-21T00:16:18.954" v="1420" actId="20577"/>
          <ac:spMkLst>
            <pc:docMk/>
            <pc:sldMk cId="870754346" sldId="270"/>
            <ac:spMk id="6" creationId="{EB84A88E-4EBA-E9B2-F9D4-2D6268D58D4F}"/>
          </ac:spMkLst>
        </pc:spChg>
        <pc:picChg chg="add mod">
          <ac:chgData name="Thomas Lenz" userId="36309544027_tp_box_2" providerId="OAuth2" clId="{A276375B-01F0-4882-A813-122412C6E425}" dt="2025-10-21T00:15:59.927" v="1414" actId="1076"/>
          <ac:picMkLst>
            <pc:docMk/>
            <pc:sldMk cId="870754346" sldId="270"/>
            <ac:picMk id="6146" creationId="{2324D53B-879F-1938-69A9-93D8DB41B56C}"/>
          </ac:picMkLst>
        </pc:picChg>
        <pc:picChg chg="add mod">
          <ac:chgData name="Thomas Lenz" userId="36309544027_tp_box_2" providerId="OAuth2" clId="{A276375B-01F0-4882-A813-122412C6E425}" dt="2025-10-21T00:10:02.590" v="1280" actId="1076"/>
          <ac:picMkLst>
            <pc:docMk/>
            <pc:sldMk cId="870754346" sldId="270"/>
            <ac:picMk id="6148" creationId="{8B5BE5F1-9ACB-2E18-077D-EECD13F74C2F}"/>
          </ac:picMkLst>
        </pc:picChg>
        <pc:picChg chg="add mod">
          <ac:chgData name="Thomas Lenz" userId="36309544027_tp_box_2" providerId="OAuth2" clId="{A276375B-01F0-4882-A813-122412C6E425}" dt="2025-10-21T00:16:05.716" v="1416" actId="1076"/>
          <ac:picMkLst>
            <pc:docMk/>
            <pc:sldMk cId="870754346" sldId="270"/>
            <ac:picMk id="6150" creationId="{79714056-845F-4278-B676-285C81AA62A9}"/>
          </ac:picMkLst>
        </pc:picChg>
      </pc:sldChg>
      <pc:sldChg chg="modSp add mod ord">
        <pc:chgData name="Thomas Lenz" userId="36309544027_tp_box_2" providerId="OAuth2" clId="{A276375B-01F0-4882-A813-122412C6E425}" dt="2025-10-21T00:33:33.064" v="1715" actId="14100"/>
        <pc:sldMkLst>
          <pc:docMk/>
          <pc:sldMk cId="1216374998" sldId="271"/>
        </pc:sldMkLst>
        <pc:spChg chg="mod">
          <ac:chgData name="Thomas Lenz" userId="36309544027_tp_box_2" providerId="OAuth2" clId="{A276375B-01F0-4882-A813-122412C6E425}" dt="2025-10-21T00:33:24.081" v="1714" actId="20577"/>
          <ac:spMkLst>
            <pc:docMk/>
            <pc:sldMk cId="1216374998" sldId="271"/>
            <ac:spMk id="2" creationId="{D525730D-E8BB-52D9-99F5-7A4B4DD3FF25}"/>
          </ac:spMkLst>
        </pc:spChg>
        <pc:spChg chg="mod">
          <ac:chgData name="Thomas Lenz" userId="36309544027_tp_box_2" providerId="OAuth2" clId="{A276375B-01F0-4882-A813-122412C6E425}" dt="2025-10-21T00:33:33.064" v="1715" actId="14100"/>
          <ac:spMkLst>
            <pc:docMk/>
            <pc:sldMk cId="1216374998" sldId="271"/>
            <ac:spMk id="3" creationId="{DC11C87C-5C09-4396-FB49-06E9AFD91BCA}"/>
          </ac:spMkLst>
        </pc:spChg>
      </pc:sldChg>
      <pc:sldChg chg="addSp delSp modSp add mod">
        <pc:chgData name="Thomas Lenz" userId="36309544027_tp_box_2" providerId="OAuth2" clId="{A276375B-01F0-4882-A813-122412C6E425}" dt="2025-10-29T02:35:48.380" v="6182" actId="113"/>
        <pc:sldMkLst>
          <pc:docMk/>
          <pc:sldMk cId="3892243977" sldId="272"/>
        </pc:sldMkLst>
        <pc:spChg chg="add del mod">
          <ac:chgData name="Thomas Lenz" userId="36309544027_tp_box_2" providerId="OAuth2" clId="{A276375B-01F0-4882-A813-122412C6E425}" dt="2025-10-21T00:55:02.406" v="2632" actId="313"/>
          <ac:spMkLst>
            <pc:docMk/>
            <pc:sldMk cId="3892243977" sldId="272"/>
            <ac:spMk id="2" creationId="{4C0EF66B-2035-2311-F0A1-6E393168D81F}"/>
          </ac:spMkLst>
        </pc:spChg>
        <pc:spChg chg="mod">
          <ac:chgData name="Thomas Lenz" userId="36309544027_tp_box_2" providerId="OAuth2" clId="{A276375B-01F0-4882-A813-122412C6E425}" dt="2025-10-29T02:35:48.380" v="6182" actId="113"/>
          <ac:spMkLst>
            <pc:docMk/>
            <pc:sldMk cId="3892243977" sldId="272"/>
            <ac:spMk id="3" creationId="{EEE2B23E-0690-810F-A719-4B8BB011B21F}"/>
          </ac:spMkLst>
        </pc:spChg>
        <pc:picChg chg="add mod">
          <ac:chgData name="Thomas Lenz" userId="36309544027_tp_box_2" providerId="OAuth2" clId="{A276375B-01F0-4882-A813-122412C6E425}" dt="2025-10-21T00:44:40.789" v="2152" actId="1076"/>
          <ac:picMkLst>
            <pc:docMk/>
            <pc:sldMk cId="3892243977" sldId="272"/>
            <ac:picMk id="15364" creationId="{3300DF3D-AA7D-C7B3-42ED-1702FC44BEE6}"/>
          </ac:picMkLst>
        </pc:picChg>
        <pc:picChg chg="add mod">
          <ac:chgData name="Thomas Lenz" userId="36309544027_tp_box_2" providerId="OAuth2" clId="{A276375B-01F0-4882-A813-122412C6E425}" dt="2025-10-21T00:36:07.318" v="1750" actId="1076"/>
          <ac:picMkLst>
            <pc:docMk/>
            <pc:sldMk cId="3892243977" sldId="272"/>
            <ac:picMk id="15370" creationId="{41D40FEC-2012-0F7E-77AE-A0770B90B331}"/>
          </ac:picMkLst>
        </pc:picChg>
      </pc:sldChg>
      <pc:sldChg chg="addSp delSp modSp add mod">
        <pc:chgData name="Thomas Lenz" userId="36309544027_tp_box_2" providerId="OAuth2" clId="{A276375B-01F0-4882-A813-122412C6E425}" dt="2025-10-29T02:35:55.314" v="6183" actId="113"/>
        <pc:sldMkLst>
          <pc:docMk/>
          <pc:sldMk cId="3693162101" sldId="273"/>
        </pc:sldMkLst>
        <pc:spChg chg="add mod">
          <ac:chgData name="Thomas Lenz" userId="36309544027_tp_box_2" providerId="OAuth2" clId="{A276375B-01F0-4882-A813-122412C6E425}" dt="2025-10-21T00:52:16.317" v="2462" actId="20577"/>
          <ac:spMkLst>
            <pc:docMk/>
            <pc:sldMk cId="3693162101" sldId="273"/>
            <ac:spMk id="2" creationId="{23C1B61B-CA05-F8AB-722E-DE3E55452360}"/>
          </ac:spMkLst>
        </pc:spChg>
        <pc:spChg chg="mod">
          <ac:chgData name="Thomas Lenz" userId="36309544027_tp_box_2" providerId="OAuth2" clId="{A276375B-01F0-4882-A813-122412C6E425}" dt="2025-10-29T02:35:55.314" v="6183" actId="113"/>
          <ac:spMkLst>
            <pc:docMk/>
            <pc:sldMk cId="3693162101" sldId="273"/>
            <ac:spMk id="3" creationId="{ED3DDC1F-0226-63A6-2B52-451D420C59A6}"/>
          </ac:spMkLst>
        </pc:spChg>
        <pc:picChg chg="mod">
          <ac:chgData name="Thomas Lenz" userId="36309544027_tp_box_2" providerId="OAuth2" clId="{A276375B-01F0-4882-A813-122412C6E425}" dt="2025-10-21T00:51:51.240" v="2440" actId="1076"/>
          <ac:picMkLst>
            <pc:docMk/>
            <pc:sldMk cId="3693162101" sldId="273"/>
            <ac:picMk id="12296" creationId="{F6C4F9E7-0799-B9C3-037A-891FE9D1B474}"/>
          </ac:picMkLst>
        </pc:picChg>
      </pc:sldChg>
      <pc:sldChg chg="delSp modSp add mod">
        <pc:chgData name="Thomas Lenz" userId="36309544027_tp_box_2" providerId="OAuth2" clId="{A276375B-01F0-4882-A813-122412C6E425}" dt="2025-10-29T02:36:02.564" v="6184" actId="113"/>
        <pc:sldMkLst>
          <pc:docMk/>
          <pc:sldMk cId="739615362" sldId="274"/>
        </pc:sldMkLst>
        <pc:spChg chg="mod">
          <ac:chgData name="Thomas Lenz" userId="36309544027_tp_box_2" providerId="OAuth2" clId="{A276375B-01F0-4882-A813-122412C6E425}" dt="2025-10-29T02:36:02.564" v="6184" actId="113"/>
          <ac:spMkLst>
            <pc:docMk/>
            <pc:sldMk cId="739615362" sldId="274"/>
            <ac:spMk id="3" creationId="{E07DD9DE-774E-3E4E-CF54-B82736CA8887}"/>
          </ac:spMkLst>
        </pc:spChg>
        <pc:spChg chg="mod">
          <ac:chgData name="Thomas Lenz" userId="36309544027_tp_box_2" providerId="OAuth2" clId="{A276375B-01F0-4882-A813-122412C6E425}" dt="2025-10-21T00:53:32.818" v="2534" actId="122"/>
          <ac:spMkLst>
            <pc:docMk/>
            <pc:sldMk cId="739615362" sldId="274"/>
            <ac:spMk id="8" creationId="{CA88635E-9CFE-FFAB-EAF8-7B5C05E576FC}"/>
          </ac:spMkLst>
        </pc:spChg>
        <pc:picChg chg="mod topLvl">
          <ac:chgData name="Thomas Lenz" userId="36309544027_tp_box_2" providerId="OAuth2" clId="{A276375B-01F0-4882-A813-122412C6E425}" dt="2025-10-21T00:53:25.558" v="2532" actId="1076"/>
          <ac:picMkLst>
            <pc:docMk/>
            <pc:sldMk cId="739615362" sldId="274"/>
            <ac:picMk id="4" creationId="{349AFDDD-FC1A-1F7A-C93E-2CB486A786C8}"/>
          </ac:picMkLst>
        </pc:picChg>
      </pc:sldChg>
      <pc:sldChg chg="addSp delSp modSp add mod">
        <pc:chgData name="Thomas Lenz" userId="36309544027_tp_box_2" providerId="OAuth2" clId="{A276375B-01F0-4882-A813-122412C6E425}" dt="2025-10-29T05:12:47.549" v="10309" actId="1076"/>
        <pc:sldMkLst>
          <pc:docMk/>
          <pc:sldMk cId="1725319270" sldId="275"/>
        </pc:sldMkLst>
        <pc:spChg chg="mod">
          <ac:chgData name="Thomas Lenz" userId="36309544027_tp_box_2" providerId="OAuth2" clId="{A276375B-01F0-4882-A813-122412C6E425}" dt="2025-10-29T00:25:38.142" v="2650" actId="20577"/>
          <ac:spMkLst>
            <pc:docMk/>
            <pc:sldMk cId="1725319270" sldId="275"/>
            <ac:spMk id="2" creationId="{DB87B8ED-AD0C-C8D0-1B5F-FABF406563DD}"/>
          </ac:spMkLst>
        </pc:spChg>
        <pc:spChg chg="mod">
          <ac:chgData name="Thomas Lenz" userId="36309544027_tp_box_2" providerId="OAuth2" clId="{A276375B-01F0-4882-A813-122412C6E425}" dt="2025-10-29T01:09:07.317" v="4945" actId="20577"/>
          <ac:spMkLst>
            <pc:docMk/>
            <pc:sldMk cId="1725319270" sldId="275"/>
            <ac:spMk id="3" creationId="{3AF24DC9-24A0-11A9-8A1B-D359B56941D1}"/>
          </ac:spMkLst>
        </pc:spChg>
        <pc:picChg chg="del">
          <ac:chgData name="Thomas Lenz" userId="36309544027_tp_box_2" providerId="OAuth2" clId="{A276375B-01F0-4882-A813-122412C6E425}" dt="2025-10-29T00:25:40.491" v="2651" actId="478"/>
          <ac:picMkLst>
            <pc:docMk/>
            <pc:sldMk cId="1725319270" sldId="275"/>
            <ac:picMk id="11266" creationId="{5B809692-9039-AFC9-EDC2-B7EA97A9D47C}"/>
          </ac:picMkLst>
        </pc:picChg>
        <pc:picChg chg="del">
          <ac:chgData name="Thomas Lenz" userId="36309544027_tp_box_2" providerId="OAuth2" clId="{A276375B-01F0-4882-A813-122412C6E425}" dt="2025-10-29T00:25:41.541" v="2652" actId="478"/>
          <ac:picMkLst>
            <pc:docMk/>
            <pc:sldMk cId="1725319270" sldId="275"/>
            <ac:picMk id="11268" creationId="{B8998722-2383-398B-68A8-0CBC2E2259B9}"/>
          </ac:picMkLst>
        </pc:picChg>
        <pc:picChg chg="del">
          <ac:chgData name="Thomas Lenz" userId="36309544027_tp_box_2" providerId="OAuth2" clId="{A276375B-01F0-4882-A813-122412C6E425}" dt="2025-10-29T00:25:42.058" v="2653" actId="478"/>
          <ac:picMkLst>
            <pc:docMk/>
            <pc:sldMk cId="1725319270" sldId="275"/>
            <ac:picMk id="11270" creationId="{82D95896-B0A3-768B-3379-7780E84631A5}"/>
          </ac:picMkLst>
        </pc:picChg>
        <pc:picChg chg="del">
          <ac:chgData name="Thomas Lenz" userId="36309544027_tp_box_2" providerId="OAuth2" clId="{A276375B-01F0-4882-A813-122412C6E425}" dt="2025-10-29T00:25:42.658" v="2654" actId="478"/>
          <ac:picMkLst>
            <pc:docMk/>
            <pc:sldMk cId="1725319270" sldId="275"/>
            <ac:picMk id="11272" creationId="{F74BC62A-9CDA-CD13-8FF2-CAF209FD6824}"/>
          </ac:picMkLst>
        </pc:picChg>
        <pc:picChg chg="del">
          <ac:chgData name="Thomas Lenz" userId="36309544027_tp_box_2" providerId="OAuth2" clId="{A276375B-01F0-4882-A813-122412C6E425}" dt="2025-10-29T00:25:43.097" v="2655" actId="478"/>
          <ac:picMkLst>
            <pc:docMk/>
            <pc:sldMk cId="1725319270" sldId="275"/>
            <ac:picMk id="11274" creationId="{398AEDA3-C6D7-579C-94D1-FEB55C15445A}"/>
          </ac:picMkLst>
        </pc:picChg>
        <pc:picChg chg="add mod">
          <ac:chgData name="Thomas Lenz" userId="36309544027_tp_box_2" providerId="OAuth2" clId="{A276375B-01F0-4882-A813-122412C6E425}" dt="2025-10-29T05:12:47.549" v="10309" actId="1076"/>
          <ac:picMkLst>
            <pc:docMk/>
            <pc:sldMk cId="1725319270" sldId="275"/>
            <ac:picMk id="22530" creationId="{0BA05136-D543-EE8B-142A-78DFD5F52B01}"/>
          </ac:picMkLst>
        </pc:picChg>
      </pc:sldChg>
      <pc:sldChg chg="addSp delSp modSp add mod">
        <pc:chgData name="Thomas Lenz" userId="36309544027_tp_box_2" providerId="OAuth2" clId="{A276375B-01F0-4882-A813-122412C6E425}" dt="2025-10-29T05:13:13.337" v="10311" actId="20577"/>
        <pc:sldMkLst>
          <pc:docMk/>
          <pc:sldMk cId="2690042970" sldId="276"/>
        </pc:sldMkLst>
        <pc:spChg chg="mod">
          <ac:chgData name="Thomas Lenz" userId="36309544027_tp_box_2" providerId="OAuth2" clId="{A276375B-01F0-4882-A813-122412C6E425}" dt="2025-10-29T05:13:13.337" v="10311" actId="20577"/>
          <ac:spMkLst>
            <pc:docMk/>
            <pc:sldMk cId="2690042970" sldId="276"/>
            <ac:spMk id="3" creationId="{168B7D1E-C1E3-C91A-8190-76E926025545}"/>
          </ac:spMkLst>
        </pc:spChg>
        <pc:spChg chg="mod">
          <ac:chgData name="Thomas Lenz" userId="36309544027_tp_box_2" providerId="OAuth2" clId="{A276375B-01F0-4882-A813-122412C6E425}" dt="2025-10-29T00:40:57.289" v="3328" actId="1076"/>
          <ac:spMkLst>
            <pc:docMk/>
            <pc:sldMk cId="2690042970" sldId="276"/>
            <ac:spMk id="5" creationId="{C69DA52C-064C-06A0-8C0F-08DAE7C025E6}"/>
          </ac:spMkLst>
        </pc:spChg>
        <pc:spChg chg="add mod">
          <ac:chgData name="Thomas Lenz" userId="36309544027_tp_box_2" providerId="OAuth2" clId="{A276375B-01F0-4882-A813-122412C6E425}" dt="2025-10-29T00:44:13.189" v="3536" actId="1076"/>
          <ac:spMkLst>
            <pc:docMk/>
            <pc:sldMk cId="2690042970" sldId="276"/>
            <ac:spMk id="7" creationId="{8112DA20-5F96-4DBA-7FF8-2EF651D2ABF9}"/>
          </ac:spMkLst>
        </pc:spChg>
        <pc:spChg chg="add mod">
          <ac:chgData name="Thomas Lenz" userId="36309544027_tp_box_2" providerId="OAuth2" clId="{A276375B-01F0-4882-A813-122412C6E425}" dt="2025-10-29T00:44:36.021" v="3561" actId="27636"/>
          <ac:spMkLst>
            <pc:docMk/>
            <pc:sldMk cId="2690042970" sldId="276"/>
            <ac:spMk id="8" creationId="{1A1A88CF-4899-D93B-F4F1-561450F1288B}"/>
          </ac:spMkLst>
        </pc:spChg>
        <pc:spChg chg="add mod">
          <ac:chgData name="Thomas Lenz" userId="36309544027_tp_box_2" providerId="OAuth2" clId="{A276375B-01F0-4882-A813-122412C6E425}" dt="2025-10-29T00:48:47.388" v="3655" actId="1076"/>
          <ac:spMkLst>
            <pc:docMk/>
            <pc:sldMk cId="2690042970" sldId="276"/>
            <ac:spMk id="10" creationId="{08A55BD3-8D06-30D3-5CB9-058FFACAA577}"/>
          </ac:spMkLst>
        </pc:spChg>
        <pc:spChg chg="add mod">
          <ac:chgData name="Thomas Lenz" userId="36309544027_tp_box_2" providerId="OAuth2" clId="{A276375B-01F0-4882-A813-122412C6E425}" dt="2025-10-29T00:43:45.539" v="3516" actId="27636"/>
          <ac:spMkLst>
            <pc:docMk/>
            <pc:sldMk cId="2690042970" sldId="276"/>
            <ac:spMk id="11" creationId="{275B9759-AFD0-C9AE-4230-C49EAF92B2CC}"/>
          </ac:spMkLst>
        </pc:spChg>
        <pc:spChg chg="mod">
          <ac:chgData name="Thomas Lenz" userId="36309544027_tp_box_2" providerId="OAuth2" clId="{A276375B-01F0-4882-A813-122412C6E425}" dt="2025-10-29T00:40:57.289" v="3328" actId="1076"/>
          <ac:spMkLst>
            <pc:docMk/>
            <pc:sldMk cId="2690042970" sldId="276"/>
            <ac:spMk id="14" creationId="{20D35B25-80DE-08D4-7A35-E1C56A514D17}"/>
          </ac:spMkLst>
        </pc:spChg>
        <pc:spChg chg="add del mod">
          <ac:chgData name="Thomas Lenz" userId="36309544027_tp_box_2" providerId="OAuth2" clId="{A276375B-01F0-4882-A813-122412C6E425}" dt="2025-10-29T00:43:33.804" v="3492" actId="478"/>
          <ac:spMkLst>
            <pc:docMk/>
            <pc:sldMk cId="2690042970" sldId="276"/>
            <ac:spMk id="15" creationId="{9867F9BC-E551-EAAA-C6D9-A4D7E4CCDE6D}"/>
          </ac:spMkLst>
        </pc:spChg>
        <pc:spChg chg="add del mod">
          <ac:chgData name="Thomas Lenz" userId="36309544027_tp_box_2" providerId="OAuth2" clId="{A276375B-01F0-4882-A813-122412C6E425}" dt="2025-10-29T00:49:14.089" v="3658" actId="478"/>
          <ac:spMkLst>
            <pc:docMk/>
            <pc:sldMk cId="2690042970" sldId="276"/>
            <ac:spMk id="16" creationId="{A13F81D1-DC4A-F62B-FA83-480D19B57781}"/>
          </ac:spMkLst>
        </pc:spChg>
        <pc:grpChg chg="del">
          <ac:chgData name="Thomas Lenz" userId="36309544027_tp_box_2" providerId="OAuth2" clId="{A276375B-01F0-4882-A813-122412C6E425}" dt="2025-10-29T00:41:00.655" v="3329" actId="478"/>
          <ac:grpSpMkLst>
            <pc:docMk/>
            <pc:sldMk cId="2690042970" sldId="276"/>
            <ac:grpSpMk id="2" creationId="{7364A2EF-ED48-2BB0-D770-6807CCED0FB5}"/>
          </ac:grpSpMkLst>
        </pc:grpChg>
        <pc:grpChg chg="del">
          <ac:chgData name="Thomas Lenz" userId="36309544027_tp_box_2" providerId="OAuth2" clId="{A276375B-01F0-4882-A813-122412C6E425}" dt="2025-10-29T00:41:02.822" v="3331" actId="478"/>
          <ac:grpSpMkLst>
            <pc:docMk/>
            <pc:sldMk cId="2690042970" sldId="276"/>
            <ac:grpSpMk id="12" creationId="{B0CE7EFA-BBAD-87A5-2A93-15F14A76F2EA}"/>
          </ac:grpSpMkLst>
        </pc:grpChg>
        <pc:picChg chg="mod">
          <ac:chgData name="Thomas Lenz" userId="36309544027_tp_box_2" providerId="OAuth2" clId="{A276375B-01F0-4882-A813-122412C6E425}" dt="2025-10-29T00:40:57.289" v="3328" actId="1076"/>
          <ac:picMkLst>
            <pc:docMk/>
            <pc:sldMk cId="2690042970" sldId="276"/>
            <ac:picMk id="4" creationId="{27809112-60C2-D946-D2C1-209FB46B9527}"/>
          </ac:picMkLst>
        </pc:picChg>
        <pc:picChg chg="add del mod">
          <ac:chgData name="Thomas Lenz" userId="36309544027_tp_box_2" providerId="OAuth2" clId="{A276375B-01F0-4882-A813-122412C6E425}" dt="2025-10-29T00:41:02.167" v="3330" actId="478"/>
          <ac:picMkLst>
            <pc:docMk/>
            <pc:sldMk cId="2690042970" sldId="276"/>
            <ac:picMk id="6" creationId="{2705BBB2-EF31-F1FD-D929-D93ADAA4F8CD}"/>
          </ac:picMkLst>
        </pc:picChg>
        <pc:picChg chg="add del mod">
          <ac:chgData name="Thomas Lenz" userId="36309544027_tp_box_2" providerId="OAuth2" clId="{A276375B-01F0-4882-A813-122412C6E425}" dt="2025-10-29T00:41:03.505" v="3332" actId="478"/>
          <ac:picMkLst>
            <pc:docMk/>
            <pc:sldMk cId="2690042970" sldId="276"/>
            <ac:picMk id="9" creationId="{3D755EEC-8CDD-8F0F-E36D-0510A7DDACE4}"/>
          </ac:picMkLst>
        </pc:picChg>
        <pc:picChg chg="mod">
          <ac:chgData name="Thomas Lenz" userId="36309544027_tp_box_2" providerId="OAuth2" clId="{A276375B-01F0-4882-A813-122412C6E425}" dt="2025-10-29T00:40:57.289" v="3328" actId="1076"/>
          <ac:picMkLst>
            <pc:docMk/>
            <pc:sldMk cId="2690042970" sldId="276"/>
            <ac:picMk id="13" creationId="{5E8A366F-8FE0-C80A-5ED9-E8A198140F1B}"/>
          </ac:picMkLst>
        </pc:picChg>
        <pc:picChg chg="add mod">
          <ac:chgData name="Thomas Lenz" userId="36309544027_tp_box_2" providerId="OAuth2" clId="{A276375B-01F0-4882-A813-122412C6E425}" dt="2025-10-29T00:49:34.354" v="3666" actId="14100"/>
          <ac:picMkLst>
            <pc:docMk/>
            <pc:sldMk cId="2690042970" sldId="276"/>
            <ac:picMk id="17" creationId="{0C186084-1FAC-0DDE-1BD4-68F06FD3144B}"/>
          </ac:picMkLst>
        </pc:picChg>
        <pc:picChg chg="add del mod">
          <ac:chgData name="Thomas Lenz" userId="36309544027_tp_box_2" providerId="OAuth2" clId="{A276375B-01F0-4882-A813-122412C6E425}" dt="2025-10-29T00:30:10.574" v="2801" actId="21"/>
          <ac:picMkLst>
            <pc:docMk/>
            <pc:sldMk cId="2690042970" sldId="276"/>
            <ac:picMk id="1026" creationId="{A8ACABF5-E784-CF4A-409D-8EE810E17F7C}"/>
          </ac:picMkLst>
        </pc:picChg>
        <pc:picChg chg="add mod">
          <ac:chgData name="Thomas Lenz" userId="36309544027_tp_box_2" providerId="OAuth2" clId="{A276375B-01F0-4882-A813-122412C6E425}" dt="2025-10-29T00:47:32.604" v="3641" actId="1076"/>
          <ac:picMkLst>
            <pc:docMk/>
            <pc:sldMk cId="2690042970" sldId="276"/>
            <ac:picMk id="3074" creationId="{97659DF7-2747-4F8F-E13F-E4220050AB70}"/>
          </ac:picMkLst>
        </pc:picChg>
        <pc:picChg chg="add mod">
          <ac:chgData name="Thomas Lenz" userId="36309544027_tp_box_2" providerId="OAuth2" clId="{A276375B-01F0-4882-A813-122412C6E425}" dt="2025-10-29T00:47:53.262" v="3649" actId="1076"/>
          <ac:picMkLst>
            <pc:docMk/>
            <pc:sldMk cId="2690042970" sldId="276"/>
            <ac:picMk id="3076" creationId="{7CA775BB-A308-6E7E-76D4-86221CBBBDD6}"/>
          </ac:picMkLst>
        </pc:picChg>
        <pc:picChg chg="add mod">
          <ac:chgData name="Thomas Lenz" userId="36309544027_tp_box_2" providerId="OAuth2" clId="{A276375B-01F0-4882-A813-122412C6E425}" dt="2025-10-29T00:48:48.854" v="3656" actId="1076"/>
          <ac:picMkLst>
            <pc:docMk/>
            <pc:sldMk cId="2690042970" sldId="276"/>
            <ac:picMk id="3078" creationId="{C3BF2F72-764F-4B8A-E528-A755A012ACDF}"/>
          </ac:picMkLst>
        </pc:picChg>
        <pc:picChg chg="del">
          <ac:chgData name="Thomas Lenz" userId="36309544027_tp_box_2" providerId="OAuth2" clId="{A276375B-01F0-4882-A813-122412C6E425}" dt="2025-10-29T00:28:55.657" v="2785" actId="478"/>
          <ac:picMkLst>
            <pc:docMk/>
            <pc:sldMk cId="2690042970" sldId="276"/>
            <ac:picMk id="10242" creationId="{40785AD3-8B56-149C-86A6-5E21F522DA40}"/>
          </ac:picMkLst>
        </pc:picChg>
      </pc:sldChg>
      <pc:sldChg chg="addSp delSp modSp add mod">
        <pc:chgData name="Thomas Lenz" userId="36309544027_tp_box_2" providerId="OAuth2" clId="{A276375B-01F0-4882-A813-122412C6E425}" dt="2025-10-29T00:51:43.079" v="3844" actId="1076"/>
        <pc:sldMkLst>
          <pc:docMk/>
          <pc:sldMk cId="2722015592" sldId="277"/>
        </pc:sldMkLst>
        <pc:spChg chg="mod">
          <ac:chgData name="Thomas Lenz" userId="36309544027_tp_box_2" providerId="OAuth2" clId="{A276375B-01F0-4882-A813-122412C6E425}" dt="2025-10-29T00:51:43.079" v="3844" actId="1076"/>
          <ac:spMkLst>
            <pc:docMk/>
            <pc:sldMk cId="2722015592" sldId="277"/>
            <ac:spMk id="3" creationId="{1D2A4A7B-8154-1EB6-E195-7562108AFF5E}"/>
          </ac:spMkLst>
        </pc:spChg>
        <pc:picChg chg="add del mod">
          <ac:chgData name="Thomas Lenz" userId="36309544027_tp_box_2" providerId="OAuth2" clId="{A276375B-01F0-4882-A813-122412C6E425}" dt="2025-10-29T00:29:58.943" v="2796" actId="21"/>
          <ac:picMkLst>
            <pc:docMk/>
            <pc:sldMk cId="2722015592" sldId="277"/>
            <ac:picMk id="1026" creationId="{A8ACABF5-E784-CF4A-409D-8EE810E17F7C}"/>
          </ac:picMkLst>
        </pc:picChg>
        <pc:picChg chg="add mod">
          <ac:chgData name="Thomas Lenz" userId="36309544027_tp_box_2" providerId="OAuth2" clId="{A276375B-01F0-4882-A813-122412C6E425}" dt="2025-10-29T00:51:39.787" v="3843" actId="1076"/>
          <ac:picMkLst>
            <pc:docMk/>
            <pc:sldMk cId="2722015592" sldId="277"/>
            <ac:picMk id="1028" creationId="{25E486F5-3CFB-4D58-4DB9-FF5F6A466E08}"/>
          </ac:picMkLst>
        </pc:picChg>
        <pc:picChg chg="del">
          <ac:chgData name="Thomas Lenz" userId="36309544027_tp_box_2" providerId="OAuth2" clId="{A276375B-01F0-4882-A813-122412C6E425}" dt="2025-10-29T00:29:10.084" v="2786" actId="478"/>
          <ac:picMkLst>
            <pc:docMk/>
            <pc:sldMk cId="2722015592" sldId="277"/>
            <ac:picMk id="12290" creationId="{30995FAB-963A-22B8-3212-4BCD1B30E8BE}"/>
          </ac:picMkLst>
        </pc:picChg>
        <pc:picChg chg="del">
          <ac:chgData name="Thomas Lenz" userId="36309544027_tp_box_2" providerId="OAuth2" clId="{A276375B-01F0-4882-A813-122412C6E425}" dt="2025-10-29T00:29:10.084" v="2786" actId="478"/>
          <ac:picMkLst>
            <pc:docMk/>
            <pc:sldMk cId="2722015592" sldId="277"/>
            <ac:picMk id="12296" creationId="{F77BACD3-DEB0-C266-537F-44CEBCC2B19C}"/>
          </ac:picMkLst>
        </pc:picChg>
        <pc:picChg chg="del">
          <ac:chgData name="Thomas Lenz" userId="36309544027_tp_box_2" providerId="OAuth2" clId="{A276375B-01F0-4882-A813-122412C6E425}" dt="2025-10-29T00:29:10.084" v="2786" actId="478"/>
          <ac:picMkLst>
            <pc:docMk/>
            <pc:sldMk cId="2722015592" sldId="277"/>
            <ac:picMk id="12298" creationId="{EFBF05D1-DA67-076E-82E0-E135D834C231}"/>
          </ac:picMkLst>
        </pc:picChg>
      </pc:sldChg>
      <pc:sldChg chg="addSp delSp modSp add mod">
        <pc:chgData name="Thomas Lenz" userId="36309544027_tp_box_2" providerId="OAuth2" clId="{A276375B-01F0-4882-A813-122412C6E425}" dt="2025-10-29T05:14:10.957" v="10334" actId="20577"/>
        <pc:sldMkLst>
          <pc:docMk/>
          <pc:sldMk cId="3780805796" sldId="278"/>
        </pc:sldMkLst>
        <pc:spChg chg="add mod">
          <ac:chgData name="Thomas Lenz" userId="36309544027_tp_box_2" providerId="OAuth2" clId="{A276375B-01F0-4882-A813-122412C6E425}" dt="2025-10-29T01:02:54.901" v="4525" actId="1076"/>
          <ac:spMkLst>
            <pc:docMk/>
            <pc:sldMk cId="3780805796" sldId="278"/>
            <ac:spMk id="2" creationId="{B18AE419-E0A3-DD94-6A20-0CDBBFF70C3D}"/>
          </ac:spMkLst>
        </pc:spChg>
        <pc:spChg chg="mod">
          <ac:chgData name="Thomas Lenz" userId="36309544027_tp_box_2" providerId="OAuth2" clId="{A276375B-01F0-4882-A813-122412C6E425}" dt="2025-10-29T05:14:10.957" v="10334" actId="20577"/>
          <ac:spMkLst>
            <pc:docMk/>
            <pc:sldMk cId="3780805796" sldId="278"/>
            <ac:spMk id="3" creationId="{61CA7597-D8B3-F787-1F88-93DDAE5D5B39}"/>
          </ac:spMkLst>
        </pc:spChg>
        <pc:spChg chg="del mod">
          <ac:chgData name="Thomas Lenz" userId="36309544027_tp_box_2" providerId="OAuth2" clId="{A276375B-01F0-4882-A813-122412C6E425}" dt="2025-10-29T01:02:02.378" v="4467" actId="478"/>
          <ac:spMkLst>
            <pc:docMk/>
            <pc:sldMk cId="3780805796" sldId="278"/>
            <ac:spMk id="8" creationId="{BD42BF11-D0EC-1D61-99EA-69B031D12679}"/>
          </ac:spMkLst>
        </pc:spChg>
        <pc:spChg chg="del">
          <ac:chgData name="Thomas Lenz" userId="36309544027_tp_box_2" providerId="OAuth2" clId="{A276375B-01F0-4882-A813-122412C6E425}" dt="2025-10-29T01:01:55.668" v="4461" actId="478"/>
          <ac:spMkLst>
            <pc:docMk/>
            <pc:sldMk cId="3780805796" sldId="278"/>
            <ac:spMk id="9" creationId="{26488EB3-5A70-4A12-EDE6-29FEFB4B5B59}"/>
          </ac:spMkLst>
        </pc:spChg>
        <pc:spChg chg="del">
          <ac:chgData name="Thomas Lenz" userId="36309544027_tp_box_2" providerId="OAuth2" clId="{A276375B-01F0-4882-A813-122412C6E425}" dt="2025-10-29T01:02:00.153" v="4465" actId="478"/>
          <ac:spMkLst>
            <pc:docMk/>
            <pc:sldMk cId="3780805796" sldId="278"/>
            <ac:spMk id="10" creationId="{8FDF2AFD-6E7B-AAF9-CFD5-785A84782A07}"/>
          </ac:spMkLst>
        </pc:spChg>
        <pc:spChg chg="del">
          <ac:chgData name="Thomas Lenz" userId="36309544027_tp_box_2" providerId="OAuth2" clId="{A276375B-01F0-4882-A813-122412C6E425}" dt="2025-10-29T01:01:57.918" v="4463" actId="478"/>
          <ac:spMkLst>
            <pc:docMk/>
            <pc:sldMk cId="3780805796" sldId="278"/>
            <ac:spMk id="11" creationId="{CF16FA44-3D6F-D511-DE72-BE7327F8DD1E}"/>
          </ac:spMkLst>
        </pc:spChg>
        <pc:grpChg chg="del">
          <ac:chgData name="Thomas Lenz" userId="36309544027_tp_box_2" providerId="OAuth2" clId="{A276375B-01F0-4882-A813-122412C6E425}" dt="2025-10-29T01:02:02.936" v="4468" actId="478"/>
          <ac:grpSpMkLst>
            <pc:docMk/>
            <pc:sldMk cId="3780805796" sldId="278"/>
            <ac:grpSpMk id="7" creationId="{A2FE4C8A-6A5C-7B67-978A-64A5F88C9252}"/>
          </ac:grpSpMkLst>
        </pc:grpChg>
        <pc:grpChg chg="del">
          <ac:chgData name="Thomas Lenz" userId="36309544027_tp_box_2" providerId="OAuth2" clId="{A276375B-01F0-4882-A813-122412C6E425}" dt="2025-10-29T01:01:56.285" v="4462" actId="478"/>
          <ac:grpSpMkLst>
            <pc:docMk/>
            <pc:sldMk cId="3780805796" sldId="278"/>
            <ac:grpSpMk id="13" creationId="{7586D4FC-3968-5167-4791-AF0512F7E1DE}"/>
          </ac:grpSpMkLst>
        </pc:grpChg>
        <pc:picChg chg="del">
          <ac:chgData name="Thomas Lenz" userId="36309544027_tp_box_2" providerId="OAuth2" clId="{A276375B-01F0-4882-A813-122412C6E425}" dt="2025-10-29T01:01:54.994" v="4460" actId="478"/>
          <ac:picMkLst>
            <pc:docMk/>
            <pc:sldMk cId="3780805796" sldId="278"/>
            <ac:picMk id="6" creationId="{D6EF0355-B4C2-89AF-558F-BE4C263F7BC3}"/>
          </ac:picMkLst>
        </pc:picChg>
        <pc:picChg chg="del">
          <ac:chgData name="Thomas Lenz" userId="36309544027_tp_box_2" providerId="OAuth2" clId="{A276375B-01F0-4882-A813-122412C6E425}" dt="2025-10-29T01:01:58.656" v="4464" actId="478"/>
          <ac:picMkLst>
            <pc:docMk/>
            <pc:sldMk cId="3780805796" sldId="278"/>
            <ac:picMk id="1026" creationId="{05331144-E528-74A5-D400-05BB6780A620}"/>
          </ac:picMkLst>
        </pc:picChg>
        <pc:picChg chg="add mod">
          <ac:chgData name="Thomas Lenz" userId="36309544027_tp_box_2" providerId="OAuth2" clId="{A276375B-01F0-4882-A813-122412C6E425}" dt="2025-10-29T01:02:30.536" v="4473" actId="1076"/>
          <ac:picMkLst>
            <pc:docMk/>
            <pc:sldMk cId="3780805796" sldId="278"/>
            <ac:picMk id="5122" creationId="{80747F6A-A232-9B91-117B-CCF62E053B27}"/>
          </ac:picMkLst>
        </pc:picChg>
      </pc:sldChg>
      <pc:sldChg chg="modSp add mod">
        <pc:chgData name="Thomas Lenz" userId="36309544027_tp_box_2" providerId="OAuth2" clId="{A276375B-01F0-4882-A813-122412C6E425}" dt="2025-10-29T00:40:31.489" v="3326" actId="27636"/>
        <pc:sldMkLst>
          <pc:docMk/>
          <pc:sldMk cId="3171488543" sldId="279"/>
        </pc:sldMkLst>
        <pc:spChg chg="mod">
          <ac:chgData name="Thomas Lenz" userId="36309544027_tp_box_2" providerId="OAuth2" clId="{A276375B-01F0-4882-A813-122412C6E425}" dt="2025-10-29T00:40:31.489" v="3326" actId="27636"/>
          <ac:spMkLst>
            <pc:docMk/>
            <pc:sldMk cId="3171488543" sldId="279"/>
            <ac:spMk id="2" creationId="{1511FF62-828A-62E8-984E-579108FE2881}"/>
          </ac:spMkLst>
        </pc:spChg>
      </pc:sldChg>
      <pc:sldChg chg="addSp delSp modSp add mod">
        <pc:chgData name="Thomas Lenz" userId="36309544027_tp_box_2" providerId="OAuth2" clId="{A276375B-01F0-4882-A813-122412C6E425}" dt="2025-10-29T00:52:55.019" v="3871" actId="113"/>
        <pc:sldMkLst>
          <pc:docMk/>
          <pc:sldMk cId="1942944765" sldId="280"/>
        </pc:sldMkLst>
        <pc:spChg chg="mod">
          <ac:chgData name="Thomas Lenz" userId="36309544027_tp_box_2" providerId="OAuth2" clId="{A276375B-01F0-4882-A813-122412C6E425}" dt="2025-10-29T00:40:03.743" v="3318" actId="1076"/>
          <ac:spMkLst>
            <pc:docMk/>
            <pc:sldMk cId="1942944765" sldId="280"/>
            <ac:spMk id="2" creationId="{6199A501-2D7D-A472-B650-3452A91C6661}"/>
          </ac:spMkLst>
        </pc:spChg>
        <pc:spChg chg="mod">
          <ac:chgData name="Thomas Lenz" userId="36309544027_tp_box_2" providerId="OAuth2" clId="{A276375B-01F0-4882-A813-122412C6E425}" dt="2025-10-29T00:52:55.019" v="3871" actId="113"/>
          <ac:spMkLst>
            <pc:docMk/>
            <pc:sldMk cId="1942944765" sldId="280"/>
            <ac:spMk id="3" creationId="{7DDBF05D-0E8C-754A-4B62-5FBA5AF66EE2}"/>
          </ac:spMkLst>
        </pc:spChg>
        <pc:picChg chg="add mod">
          <ac:chgData name="Thomas Lenz" userId="36309544027_tp_box_2" providerId="OAuth2" clId="{A276375B-01F0-4882-A813-122412C6E425}" dt="2025-10-29T00:40:17.197" v="3324" actId="1076"/>
          <ac:picMkLst>
            <pc:docMk/>
            <pc:sldMk cId="1942944765" sldId="280"/>
            <ac:picMk id="1026" creationId="{A8ACABF5-E784-CF4A-409D-8EE810E17F7C}"/>
          </ac:picMkLst>
        </pc:picChg>
        <pc:picChg chg="add mod">
          <ac:chgData name="Thomas Lenz" userId="36309544027_tp_box_2" providerId="OAuth2" clId="{A276375B-01F0-4882-A813-122412C6E425}" dt="2025-10-29T00:40:09.965" v="3321" actId="1076"/>
          <ac:picMkLst>
            <pc:docMk/>
            <pc:sldMk cId="1942944765" sldId="280"/>
            <ac:picMk id="2050" creationId="{5E23E80E-3A0A-6DFB-EE52-EEEF0FE86333}"/>
          </ac:picMkLst>
        </pc:picChg>
        <pc:picChg chg="del">
          <ac:chgData name="Thomas Lenz" userId="36309544027_tp_box_2" providerId="OAuth2" clId="{A276375B-01F0-4882-A813-122412C6E425}" dt="2025-10-29T00:30:22.286" v="2802" actId="478"/>
          <ac:picMkLst>
            <pc:docMk/>
            <pc:sldMk cId="1942944765" sldId="280"/>
            <ac:picMk id="15364" creationId="{0442FEB4-78E4-5F43-8B52-E610F1EBDCF9}"/>
          </ac:picMkLst>
        </pc:picChg>
        <pc:picChg chg="del">
          <ac:chgData name="Thomas Lenz" userId="36309544027_tp_box_2" providerId="OAuth2" clId="{A276375B-01F0-4882-A813-122412C6E425}" dt="2025-10-29T00:30:22.286" v="2802" actId="478"/>
          <ac:picMkLst>
            <pc:docMk/>
            <pc:sldMk cId="1942944765" sldId="280"/>
            <ac:picMk id="15370" creationId="{7DD8BB0F-B070-06D9-5C9A-FB4994EEB1E4}"/>
          </ac:picMkLst>
        </pc:picChg>
      </pc:sldChg>
      <pc:sldChg chg="addSp delSp modSp add mod">
        <pc:chgData name="Thomas Lenz" userId="36309544027_tp_box_2" providerId="OAuth2" clId="{A276375B-01F0-4882-A813-122412C6E425}" dt="2025-10-29T00:58:21.954" v="4293" actId="20577"/>
        <pc:sldMkLst>
          <pc:docMk/>
          <pc:sldMk cId="2505152801" sldId="281"/>
        </pc:sldMkLst>
        <pc:spChg chg="mod">
          <ac:chgData name="Thomas Lenz" userId="36309544027_tp_box_2" providerId="OAuth2" clId="{A276375B-01F0-4882-A813-122412C6E425}" dt="2025-10-29T00:58:21.954" v="4293" actId="20577"/>
          <ac:spMkLst>
            <pc:docMk/>
            <pc:sldMk cId="2505152801" sldId="281"/>
            <ac:spMk id="2" creationId="{E102B369-8A52-2A11-5AD4-4576CC9102DC}"/>
          </ac:spMkLst>
        </pc:spChg>
        <pc:spChg chg="mod">
          <ac:chgData name="Thomas Lenz" userId="36309544027_tp_box_2" providerId="OAuth2" clId="{A276375B-01F0-4882-A813-122412C6E425}" dt="2025-10-29T00:52:48.788" v="3870" actId="113"/>
          <ac:spMkLst>
            <pc:docMk/>
            <pc:sldMk cId="2505152801" sldId="281"/>
            <ac:spMk id="3" creationId="{A00764EB-73C7-2DDE-E0E5-B12FA651B1F5}"/>
          </ac:spMkLst>
        </pc:spChg>
        <pc:picChg chg="add mod">
          <ac:chgData name="Thomas Lenz" userId="36309544027_tp_box_2" providerId="OAuth2" clId="{A276375B-01F0-4882-A813-122412C6E425}" dt="2025-10-29T00:54:19.025" v="3956" actId="1076"/>
          <ac:picMkLst>
            <pc:docMk/>
            <pc:sldMk cId="2505152801" sldId="281"/>
            <ac:picMk id="4098" creationId="{17F2A565-7F59-F3FB-CD65-34E213DB35A2}"/>
          </ac:picMkLst>
        </pc:picChg>
        <pc:picChg chg="del">
          <ac:chgData name="Thomas Lenz" userId="36309544027_tp_box_2" providerId="OAuth2" clId="{A276375B-01F0-4882-A813-122412C6E425}" dt="2025-10-29T00:54:16.372" v="3955" actId="478"/>
          <ac:picMkLst>
            <pc:docMk/>
            <pc:sldMk cId="2505152801" sldId="281"/>
            <ac:picMk id="12296" creationId="{17A3B2F5-046E-6FF5-6F1C-EF54C3980D6D}"/>
          </ac:picMkLst>
        </pc:picChg>
      </pc:sldChg>
      <pc:sldChg chg="addSp delSp modSp add mod">
        <pc:chgData name="Thomas Lenz" userId="36309544027_tp_box_2" providerId="OAuth2" clId="{A276375B-01F0-4882-A813-122412C6E425}" dt="2025-10-29T01:07:25.117" v="4760" actId="1076"/>
        <pc:sldMkLst>
          <pc:docMk/>
          <pc:sldMk cId="1296656043" sldId="282"/>
        </pc:sldMkLst>
        <pc:spChg chg="del">
          <ac:chgData name="Thomas Lenz" userId="36309544027_tp_box_2" providerId="OAuth2" clId="{A276375B-01F0-4882-A813-122412C6E425}" dt="2025-10-29T01:03:20.690" v="4526" actId="478"/>
          <ac:spMkLst>
            <pc:docMk/>
            <pc:sldMk cId="1296656043" sldId="282"/>
            <ac:spMk id="3" creationId="{81B178F0-BE2D-2321-FCD8-1C931C398BA4}"/>
          </ac:spMkLst>
        </pc:spChg>
        <pc:spChg chg="add mod">
          <ac:chgData name="Thomas Lenz" userId="36309544027_tp_box_2" providerId="OAuth2" clId="{A276375B-01F0-4882-A813-122412C6E425}" dt="2025-10-29T01:07:21.314" v="4759" actId="14100"/>
          <ac:spMkLst>
            <pc:docMk/>
            <pc:sldMk cId="1296656043" sldId="282"/>
            <ac:spMk id="5" creationId="{A111B0A5-C9AD-21D8-F651-0D947694185F}"/>
          </ac:spMkLst>
        </pc:spChg>
        <pc:spChg chg="add mod">
          <ac:chgData name="Thomas Lenz" userId="36309544027_tp_box_2" providerId="OAuth2" clId="{A276375B-01F0-4882-A813-122412C6E425}" dt="2025-10-29T01:03:40.090" v="4551" actId="20577"/>
          <ac:spMkLst>
            <pc:docMk/>
            <pc:sldMk cId="1296656043" sldId="282"/>
            <ac:spMk id="6" creationId="{FAE22A42-57D0-932B-2914-59C3030FB2CE}"/>
          </ac:spMkLst>
        </pc:spChg>
        <pc:spChg chg="del">
          <ac:chgData name="Thomas Lenz" userId="36309544027_tp_box_2" providerId="OAuth2" clId="{A276375B-01F0-4882-A813-122412C6E425}" dt="2025-10-29T01:03:54.335" v="4553" actId="478"/>
          <ac:spMkLst>
            <pc:docMk/>
            <pc:sldMk cId="1296656043" sldId="282"/>
            <ac:spMk id="8" creationId="{E7A5825A-2DD3-10BE-7241-27E5736658CB}"/>
          </ac:spMkLst>
        </pc:spChg>
        <pc:picChg chg="del">
          <ac:chgData name="Thomas Lenz" userId="36309544027_tp_box_2" providerId="OAuth2" clId="{A276375B-01F0-4882-A813-122412C6E425}" dt="2025-10-29T01:03:54.335" v="4553" actId="478"/>
          <ac:picMkLst>
            <pc:docMk/>
            <pc:sldMk cId="1296656043" sldId="282"/>
            <ac:picMk id="4" creationId="{76039C98-A502-12BC-4B21-B82292B45861}"/>
          </ac:picMkLst>
        </pc:picChg>
        <pc:picChg chg="add mod">
          <ac:chgData name="Thomas Lenz" userId="36309544027_tp_box_2" providerId="OAuth2" clId="{A276375B-01F0-4882-A813-122412C6E425}" dt="2025-10-29T01:07:25.117" v="4760" actId="1076"/>
          <ac:picMkLst>
            <pc:docMk/>
            <pc:sldMk cId="1296656043" sldId="282"/>
            <ac:picMk id="6146" creationId="{325316D8-6ACB-6727-D484-2A52FFE237F7}"/>
          </ac:picMkLst>
        </pc:picChg>
      </pc:sldChg>
      <pc:sldChg chg="modSp add mod">
        <pc:chgData name="Thomas Lenz" userId="36309544027_tp_box_2" providerId="OAuth2" clId="{A276375B-01F0-4882-A813-122412C6E425}" dt="2025-10-29T02:36:38.489" v="6186" actId="20577"/>
        <pc:sldMkLst>
          <pc:docMk/>
          <pc:sldMk cId="2211357929" sldId="283"/>
        </pc:sldMkLst>
        <pc:spChg chg="mod">
          <ac:chgData name="Thomas Lenz" userId="36309544027_tp_box_2" providerId="OAuth2" clId="{A276375B-01F0-4882-A813-122412C6E425}" dt="2025-10-29T01:08:14.893" v="4781" actId="20577"/>
          <ac:spMkLst>
            <pc:docMk/>
            <pc:sldMk cId="2211357929" sldId="283"/>
            <ac:spMk id="2" creationId="{C5FE28D6-8252-7FC7-0881-86EC53F7283E}"/>
          </ac:spMkLst>
        </pc:spChg>
        <pc:spChg chg="mod">
          <ac:chgData name="Thomas Lenz" userId="36309544027_tp_box_2" providerId="OAuth2" clId="{A276375B-01F0-4882-A813-122412C6E425}" dt="2025-10-29T02:36:38.489" v="6186" actId="20577"/>
          <ac:spMkLst>
            <pc:docMk/>
            <pc:sldMk cId="2211357929" sldId="283"/>
            <ac:spMk id="3" creationId="{7D6F3EDD-EE58-2D31-F687-963298E4A424}"/>
          </ac:spMkLst>
        </pc:spChg>
      </pc:sldChg>
      <pc:sldChg chg="addSp delSp modSp add mod">
        <pc:chgData name="Thomas Lenz" userId="36309544027_tp_box_2" providerId="OAuth2" clId="{A276375B-01F0-4882-A813-122412C6E425}" dt="2025-10-29T03:52:17.428" v="7430" actId="20577"/>
        <pc:sldMkLst>
          <pc:docMk/>
          <pc:sldMk cId="500959993" sldId="284"/>
        </pc:sldMkLst>
        <pc:spChg chg="add">
          <ac:chgData name="Thomas Lenz" userId="36309544027_tp_box_2" providerId="OAuth2" clId="{A276375B-01F0-4882-A813-122412C6E425}" dt="2025-10-29T01:10:56.733" v="5090"/>
          <ac:spMkLst>
            <pc:docMk/>
            <pc:sldMk cId="500959993" sldId="284"/>
            <ac:spMk id="2" creationId="{81B7E4A9-5B15-96DF-DF6B-47E9E82692AC}"/>
          </ac:spMkLst>
        </pc:spChg>
        <pc:spChg chg="mod">
          <ac:chgData name="Thomas Lenz" userId="36309544027_tp_box_2" providerId="OAuth2" clId="{A276375B-01F0-4882-A813-122412C6E425}" dt="2025-10-29T03:52:17.428" v="7430" actId="20577"/>
          <ac:spMkLst>
            <pc:docMk/>
            <pc:sldMk cId="500959993" sldId="284"/>
            <ac:spMk id="3" creationId="{70C82D27-6CE3-92BD-2F39-6330A55B6895}"/>
          </ac:spMkLst>
        </pc:spChg>
        <pc:spChg chg="del">
          <ac:chgData name="Thomas Lenz" userId="36309544027_tp_box_2" providerId="OAuth2" clId="{A276375B-01F0-4882-A813-122412C6E425}" dt="2025-10-29T01:14:04.082" v="5178" actId="478"/>
          <ac:spMkLst>
            <pc:docMk/>
            <pc:sldMk cId="500959993" sldId="284"/>
            <ac:spMk id="7" creationId="{2AFDC96E-A7EF-513E-A501-C1223B44DF10}"/>
          </ac:spMkLst>
        </pc:spChg>
        <pc:spChg chg="del">
          <ac:chgData name="Thomas Lenz" userId="36309544027_tp_box_2" providerId="OAuth2" clId="{A276375B-01F0-4882-A813-122412C6E425}" dt="2025-10-29T01:11:42.402" v="5176" actId="478"/>
          <ac:spMkLst>
            <pc:docMk/>
            <pc:sldMk cId="500959993" sldId="284"/>
            <ac:spMk id="8" creationId="{C2344A78-73AC-14BD-1401-F3DDEB89852A}"/>
          </ac:spMkLst>
        </pc:spChg>
        <pc:spChg chg="del">
          <ac:chgData name="Thomas Lenz" userId="36309544027_tp_box_2" providerId="OAuth2" clId="{A276375B-01F0-4882-A813-122412C6E425}" dt="2025-10-29T01:14:00.766" v="5177" actId="478"/>
          <ac:spMkLst>
            <pc:docMk/>
            <pc:sldMk cId="500959993" sldId="284"/>
            <ac:spMk id="10" creationId="{03B46822-8895-23A2-2A24-7EE094D28E29}"/>
          </ac:spMkLst>
        </pc:spChg>
        <pc:spChg chg="del">
          <ac:chgData name="Thomas Lenz" userId="36309544027_tp_box_2" providerId="OAuth2" clId="{A276375B-01F0-4882-A813-122412C6E425}" dt="2025-10-29T01:14:00.766" v="5177" actId="478"/>
          <ac:spMkLst>
            <pc:docMk/>
            <pc:sldMk cId="500959993" sldId="284"/>
            <ac:spMk id="11" creationId="{DCB30538-B35E-3811-D4C2-A95B09CB3C18}"/>
          </ac:spMkLst>
        </pc:spChg>
        <pc:picChg chg="del">
          <ac:chgData name="Thomas Lenz" userId="36309544027_tp_box_2" providerId="OAuth2" clId="{A276375B-01F0-4882-A813-122412C6E425}" dt="2025-10-29T01:14:00.766" v="5177" actId="478"/>
          <ac:picMkLst>
            <pc:docMk/>
            <pc:sldMk cId="500959993" sldId="284"/>
            <ac:picMk id="17" creationId="{B4A7E78D-2D3C-2660-77B4-D1ADBBCE3B0D}"/>
          </ac:picMkLst>
        </pc:picChg>
        <pc:picChg chg="del">
          <ac:chgData name="Thomas Lenz" userId="36309544027_tp_box_2" providerId="OAuth2" clId="{A276375B-01F0-4882-A813-122412C6E425}" dt="2025-10-29T01:14:00.766" v="5177" actId="478"/>
          <ac:picMkLst>
            <pc:docMk/>
            <pc:sldMk cId="500959993" sldId="284"/>
            <ac:picMk id="3074" creationId="{8EC6A4E8-A684-B53D-AC73-5B8FD34D2F37}"/>
          </ac:picMkLst>
        </pc:picChg>
        <pc:picChg chg="del">
          <ac:chgData name="Thomas Lenz" userId="36309544027_tp_box_2" providerId="OAuth2" clId="{A276375B-01F0-4882-A813-122412C6E425}" dt="2025-10-29T01:14:00.766" v="5177" actId="478"/>
          <ac:picMkLst>
            <pc:docMk/>
            <pc:sldMk cId="500959993" sldId="284"/>
            <ac:picMk id="3076" creationId="{3C29D4F3-6C7D-3989-28BF-E2331A62648D}"/>
          </ac:picMkLst>
        </pc:picChg>
        <pc:picChg chg="del">
          <ac:chgData name="Thomas Lenz" userId="36309544027_tp_box_2" providerId="OAuth2" clId="{A276375B-01F0-4882-A813-122412C6E425}" dt="2025-10-29T01:14:00.766" v="5177" actId="478"/>
          <ac:picMkLst>
            <pc:docMk/>
            <pc:sldMk cId="500959993" sldId="284"/>
            <ac:picMk id="3078" creationId="{3FF4EFB8-879D-8F01-CB98-C59FDE54E1EF}"/>
          </ac:picMkLst>
        </pc:picChg>
        <pc:picChg chg="add mod">
          <ac:chgData name="Thomas Lenz" userId="36309544027_tp_box_2" providerId="OAuth2" clId="{A276375B-01F0-4882-A813-122412C6E425}" dt="2025-10-29T02:15:30.975" v="5801" actId="1076"/>
          <ac:picMkLst>
            <pc:docMk/>
            <pc:sldMk cId="500959993" sldId="284"/>
            <ac:picMk id="12291" creationId="{0E404F4B-3B81-6336-1994-C3C0E822E73B}"/>
          </ac:picMkLst>
        </pc:picChg>
      </pc:sldChg>
      <pc:sldChg chg="addSp delSp modSp add mod">
        <pc:chgData name="Thomas Lenz" userId="36309544027_tp_box_2" providerId="OAuth2" clId="{A276375B-01F0-4882-A813-122412C6E425}" dt="2025-10-29T02:37:24.297" v="6192" actId="27636"/>
        <pc:sldMkLst>
          <pc:docMk/>
          <pc:sldMk cId="4123196602" sldId="285"/>
        </pc:sldMkLst>
        <pc:spChg chg="mod">
          <ac:chgData name="Thomas Lenz" userId="36309544027_tp_box_2" providerId="OAuth2" clId="{A276375B-01F0-4882-A813-122412C6E425}" dt="2025-10-29T02:37:24.297" v="6192" actId="27636"/>
          <ac:spMkLst>
            <pc:docMk/>
            <pc:sldMk cId="4123196602" sldId="285"/>
            <ac:spMk id="3" creationId="{02DE4EEB-5DBE-304C-9263-2EC00D50D70C}"/>
          </ac:spMkLst>
        </pc:spChg>
        <pc:picChg chg="add mod">
          <ac:chgData name="Thomas Lenz" userId="36309544027_tp_box_2" providerId="OAuth2" clId="{A276375B-01F0-4882-A813-122412C6E425}" dt="2025-10-29T02:37:21.395" v="6190" actId="1076"/>
          <ac:picMkLst>
            <pc:docMk/>
            <pc:sldMk cId="4123196602" sldId="285"/>
            <ac:picMk id="1026" creationId="{3D4DB3F7-36AB-8812-6942-A0CCF2C4AFC7}"/>
          </ac:picMkLst>
        </pc:picChg>
        <pc:picChg chg="del">
          <ac:chgData name="Thomas Lenz" userId="36309544027_tp_box_2" providerId="OAuth2" clId="{A276375B-01F0-4882-A813-122412C6E425}" dt="2025-10-29T02:27:09.158" v="6062" actId="478"/>
          <ac:picMkLst>
            <pc:docMk/>
            <pc:sldMk cId="4123196602" sldId="285"/>
            <ac:picMk id="1028" creationId="{C3AF72D8-A1CD-6D2E-1D07-32D583F7402E}"/>
          </ac:picMkLst>
        </pc:picChg>
      </pc:sldChg>
      <pc:sldChg chg="addSp delSp modSp add mod">
        <pc:chgData name="Thomas Lenz" userId="36309544027_tp_box_2" providerId="OAuth2" clId="{A276375B-01F0-4882-A813-122412C6E425}" dt="2025-10-29T03:06:41.273" v="7052" actId="20577"/>
        <pc:sldMkLst>
          <pc:docMk/>
          <pc:sldMk cId="670184485" sldId="286"/>
        </pc:sldMkLst>
        <pc:spChg chg="del">
          <ac:chgData name="Thomas Lenz" userId="36309544027_tp_box_2" providerId="OAuth2" clId="{A276375B-01F0-4882-A813-122412C6E425}" dt="2025-10-29T03:03:06.062" v="6996" actId="478"/>
          <ac:spMkLst>
            <pc:docMk/>
            <pc:sldMk cId="670184485" sldId="286"/>
            <ac:spMk id="2" creationId="{4DD9C1CC-B01D-9778-6C67-17D7B7D876A6}"/>
          </ac:spMkLst>
        </pc:spChg>
        <pc:spChg chg="mod">
          <ac:chgData name="Thomas Lenz" userId="36309544027_tp_box_2" providerId="OAuth2" clId="{A276375B-01F0-4882-A813-122412C6E425}" dt="2025-10-29T03:06:41.273" v="7052" actId="20577"/>
          <ac:spMkLst>
            <pc:docMk/>
            <pc:sldMk cId="670184485" sldId="286"/>
            <ac:spMk id="3" creationId="{D981856F-8703-16A4-C8C0-292AAB9CC23E}"/>
          </ac:spMkLst>
        </pc:spChg>
        <pc:spChg chg="add mod">
          <ac:chgData name="Thomas Lenz" userId="36309544027_tp_box_2" providerId="OAuth2" clId="{A276375B-01F0-4882-A813-122412C6E425}" dt="2025-10-29T03:04:47.360" v="7005" actId="164"/>
          <ac:spMkLst>
            <pc:docMk/>
            <pc:sldMk cId="670184485" sldId="286"/>
            <ac:spMk id="4" creationId="{70B74DE0-3CF0-FA9A-94C7-651EA27B8B45}"/>
          </ac:spMkLst>
        </pc:spChg>
        <pc:grpChg chg="add mod">
          <ac:chgData name="Thomas Lenz" userId="36309544027_tp_box_2" providerId="OAuth2" clId="{A276375B-01F0-4882-A813-122412C6E425}" dt="2025-10-29T03:04:47.360" v="7005" actId="164"/>
          <ac:grpSpMkLst>
            <pc:docMk/>
            <pc:sldMk cId="670184485" sldId="286"/>
            <ac:grpSpMk id="5" creationId="{F14821D3-FBCB-D8E1-8244-19417881F821}"/>
          </ac:grpSpMkLst>
        </pc:grpChg>
        <pc:picChg chg="add mod">
          <ac:chgData name="Thomas Lenz" userId="36309544027_tp_box_2" providerId="OAuth2" clId="{A276375B-01F0-4882-A813-122412C6E425}" dt="2025-10-29T03:04:47.360" v="7005" actId="164"/>
          <ac:picMkLst>
            <pc:docMk/>
            <pc:sldMk cId="670184485" sldId="286"/>
            <ac:picMk id="3074" creationId="{E75F7377-233D-B48F-B4BB-13653B515FF4}"/>
          </ac:picMkLst>
        </pc:picChg>
        <pc:picChg chg="del">
          <ac:chgData name="Thomas Lenz" userId="36309544027_tp_box_2" providerId="OAuth2" clId="{A276375B-01F0-4882-A813-122412C6E425}" dt="2025-10-29T03:03:03.896" v="6995" actId="478"/>
          <ac:picMkLst>
            <pc:docMk/>
            <pc:sldMk cId="670184485" sldId="286"/>
            <ac:picMk id="5122" creationId="{8237AE5D-C5D0-A5F3-8824-3FC84605517B}"/>
          </ac:picMkLst>
        </pc:picChg>
      </pc:sldChg>
      <pc:sldChg chg="modSp add">
        <pc:chgData name="Thomas Lenz" userId="36309544027_tp_box_2" providerId="OAuth2" clId="{A276375B-01F0-4882-A813-122412C6E425}" dt="2025-10-29T01:16:26.677" v="5224"/>
        <pc:sldMkLst>
          <pc:docMk/>
          <pc:sldMk cId="1372647596" sldId="287"/>
        </pc:sldMkLst>
        <pc:spChg chg="mod">
          <ac:chgData name="Thomas Lenz" userId="36309544027_tp_box_2" providerId="OAuth2" clId="{A276375B-01F0-4882-A813-122412C6E425}" dt="2025-10-29T01:16:26.677" v="5224"/>
          <ac:spMkLst>
            <pc:docMk/>
            <pc:sldMk cId="1372647596" sldId="287"/>
            <ac:spMk id="2" creationId="{AEBF0FD5-799A-E6E1-A4F8-7913E7F5199B}"/>
          </ac:spMkLst>
        </pc:spChg>
      </pc:sldChg>
      <pc:sldChg chg="addSp delSp modSp add mod">
        <pc:chgData name="Thomas Lenz" userId="36309544027_tp_box_2" providerId="OAuth2" clId="{A276375B-01F0-4882-A813-122412C6E425}" dt="2025-10-29T02:16:23.941" v="5934" actId="20577"/>
        <pc:sldMkLst>
          <pc:docMk/>
          <pc:sldMk cId="1449131735" sldId="288"/>
        </pc:sldMkLst>
        <pc:spChg chg="mod">
          <ac:chgData name="Thomas Lenz" userId="36309544027_tp_box_2" providerId="OAuth2" clId="{A276375B-01F0-4882-A813-122412C6E425}" dt="2025-10-29T02:16:23.941" v="5934" actId="20577"/>
          <ac:spMkLst>
            <pc:docMk/>
            <pc:sldMk cId="1449131735" sldId="288"/>
            <ac:spMk id="2" creationId="{31ADC63C-80E5-C0D6-C3D4-93E27AD2627D}"/>
          </ac:spMkLst>
        </pc:spChg>
        <pc:spChg chg="mod">
          <ac:chgData name="Thomas Lenz" userId="36309544027_tp_box_2" providerId="OAuth2" clId="{A276375B-01F0-4882-A813-122412C6E425}" dt="2025-10-29T01:15:02.523" v="5212" actId="20577"/>
          <ac:spMkLst>
            <pc:docMk/>
            <pc:sldMk cId="1449131735" sldId="288"/>
            <ac:spMk id="3" creationId="{CAED8BD7-1C4E-E0B6-5B7A-F54B8CFEE6EA}"/>
          </ac:spMkLst>
        </pc:spChg>
        <pc:picChg chg="del">
          <ac:chgData name="Thomas Lenz" userId="36309544027_tp_box_2" providerId="OAuth2" clId="{A276375B-01F0-4882-A813-122412C6E425}" dt="2025-10-29T01:15:27.656" v="5213" actId="478"/>
          <ac:picMkLst>
            <pc:docMk/>
            <pc:sldMk cId="1449131735" sldId="288"/>
            <ac:picMk id="1026" creationId="{1A641023-852C-C3C2-4908-0D35D76FC8C6}"/>
          </ac:picMkLst>
        </pc:picChg>
        <pc:picChg chg="del">
          <ac:chgData name="Thomas Lenz" userId="36309544027_tp_box_2" providerId="OAuth2" clId="{A276375B-01F0-4882-A813-122412C6E425}" dt="2025-10-29T01:15:28.199" v="5214" actId="478"/>
          <ac:picMkLst>
            <pc:docMk/>
            <pc:sldMk cId="1449131735" sldId="288"/>
            <ac:picMk id="2050" creationId="{BA176F94-EFE6-FB81-FF9D-14AFCED427E5}"/>
          </ac:picMkLst>
        </pc:picChg>
        <pc:picChg chg="add mod">
          <ac:chgData name="Thomas Lenz" userId="36309544027_tp_box_2" providerId="OAuth2" clId="{A276375B-01F0-4882-A813-122412C6E425}" dt="2025-10-29T02:12:18.299" v="5735" actId="14100"/>
          <ac:picMkLst>
            <pc:docMk/>
            <pc:sldMk cId="1449131735" sldId="288"/>
            <ac:picMk id="9218" creationId="{7EE800C6-FD9B-3F5B-275C-695F71F2C5D0}"/>
          </ac:picMkLst>
        </pc:picChg>
        <pc:picChg chg="add mod">
          <ac:chgData name="Thomas Lenz" userId="36309544027_tp_box_2" providerId="OAuth2" clId="{A276375B-01F0-4882-A813-122412C6E425}" dt="2025-10-29T02:12:15.160" v="5734" actId="14100"/>
          <ac:picMkLst>
            <pc:docMk/>
            <pc:sldMk cId="1449131735" sldId="288"/>
            <ac:picMk id="9220" creationId="{66B96440-81CE-5D44-4CE8-33B51D9FDD19}"/>
          </ac:picMkLst>
        </pc:picChg>
      </pc:sldChg>
      <pc:sldChg chg="addSp delSp modSp add mod">
        <pc:chgData name="Thomas Lenz" userId="36309544027_tp_box_2" providerId="OAuth2" clId="{A276375B-01F0-4882-A813-122412C6E425}" dt="2025-10-29T02:59:42.893" v="6857" actId="20577"/>
        <pc:sldMkLst>
          <pc:docMk/>
          <pc:sldMk cId="2983561773" sldId="289"/>
        </pc:sldMkLst>
        <pc:spChg chg="del">
          <ac:chgData name="Thomas Lenz" userId="36309544027_tp_box_2" providerId="OAuth2" clId="{A276375B-01F0-4882-A813-122412C6E425}" dt="2025-10-29T02:26:47.340" v="6060" actId="478"/>
          <ac:spMkLst>
            <pc:docMk/>
            <pc:sldMk cId="2983561773" sldId="289"/>
            <ac:spMk id="2" creationId="{5B7E6A3A-1ECC-831F-7CD3-D810366C452B}"/>
          </ac:spMkLst>
        </pc:spChg>
        <pc:spChg chg="mod">
          <ac:chgData name="Thomas Lenz" userId="36309544027_tp_box_2" providerId="OAuth2" clId="{A276375B-01F0-4882-A813-122412C6E425}" dt="2025-10-29T02:59:42.893" v="6857" actId="20577"/>
          <ac:spMkLst>
            <pc:docMk/>
            <pc:sldMk cId="2983561773" sldId="289"/>
            <ac:spMk id="3" creationId="{159DC2EC-2310-BB9B-3983-4BFC00CA4D78}"/>
          </ac:spMkLst>
        </pc:spChg>
        <pc:spChg chg="add mod">
          <ac:chgData name="Thomas Lenz" userId="36309544027_tp_box_2" providerId="OAuth2" clId="{A276375B-01F0-4882-A813-122412C6E425}" dt="2025-10-29T02:59:24.002" v="6842"/>
          <ac:spMkLst>
            <pc:docMk/>
            <pc:sldMk cId="2983561773" sldId="289"/>
            <ac:spMk id="4" creationId="{32EFD27D-A79A-AEEA-77D8-BB2EF71D9072}"/>
          </ac:spMkLst>
        </pc:spChg>
        <pc:picChg chg="add mod">
          <ac:chgData name="Thomas Lenz" userId="36309544027_tp_box_2" providerId="OAuth2" clId="{A276375B-01F0-4882-A813-122412C6E425}" dt="2025-10-29T02:59:35.003" v="6846" actId="1076"/>
          <ac:picMkLst>
            <pc:docMk/>
            <pc:sldMk cId="2983561773" sldId="289"/>
            <ac:picMk id="2050" creationId="{A1A50F7C-A7D7-69DF-2D44-579F100D7430}"/>
          </ac:picMkLst>
        </pc:picChg>
        <pc:picChg chg="del">
          <ac:chgData name="Thomas Lenz" userId="36309544027_tp_box_2" providerId="OAuth2" clId="{A276375B-01F0-4882-A813-122412C6E425}" dt="2025-10-29T02:26:43.298" v="6059" actId="478"/>
          <ac:picMkLst>
            <pc:docMk/>
            <pc:sldMk cId="2983561773" sldId="289"/>
            <ac:picMk id="4098" creationId="{E4AC4AFD-DB7D-E7E1-4587-F62139AC972F}"/>
          </ac:picMkLst>
        </pc:picChg>
      </pc:sldChg>
      <pc:sldChg chg="addSp delSp modSp add mod">
        <pc:chgData name="Thomas Lenz" userId="36309544027_tp_box_2" providerId="OAuth2" clId="{A276375B-01F0-4882-A813-122412C6E425}" dt="2025-10-29T03:51:50.551" v="7418" actId="1076"/>
        <pc:sldMkLst>
          <pc:docMk/>
          <pc:sldMk cId="565992104" sldId="290"/>
        </pc:sldMkLst>
        <pc:spChg chg="add del mod">
          <ac:chgData name="Thomas Lenz" userId="36309544027_tp_box_2" providerId="OAuth2" clId="{A276375B-01F0-4882-A813-122412C6E425}" dt="2025-10-29T03:50:46.962" v="7380" actId="478"/>
          <ac:spMkLst>
            <pc:docMk/>
            <pc:sldMk cId="565992104" sldId="290"/>
            <ac:spMk id="2" creationId="{E0AB2B87-32E6-4976-8609-7B60F2CEAA24}"/>
          </ac:spMkLst>
        </pc:spChg>
        <pc:spChg chg="mod">
          <ac:chgData name="Thomas Lenz" userId="36309544027_tp_box_2" providerId="OAuth2" clId="{A276375B-01F0-4882-A813-122412C6E425}" dt="2025-10-29T03:48:00.557" v="7378" actId="20577"/>
          <ac:spMkLst>
            <pc:docMk/>
            <pc:sldMk cId="565992104" sldId="290"/>
            <ac:spMk id="5" creationId="{E56363D2-D60E-88F9-B2FB-2891C1BBFC56}"/>
          </ac:spMkLst>
        </pc:spChg>
        <pc:spChg chg="mod">
          <ac:chgData name="Thomas Lenz" userId="36309544027_tp_box_2" providerId="OAuth2" clId="{A276375B-01F0-4882-A813-122412C6E425}" dt="2025-10-29T03:51:46.633" v="7417" actId="20577"/>
          <ac:spMkLst>
            <pc:docMk/>
            <pc:sldMk cId="565992104" sldId="290"/>
            <ac:spMk id="6" creationId="{2267AA4F-CE5B-FF63-A31A-099D8FF1DE1C}"/>
          </ac:spMkLst>
        </pc:spChg>
        <pc:picChg chg="add mod">
          <ac:chgData name="Thomas Lenz" userId="36309544027_tp_box_2" providerId="OAuth2" clId="{A276375B-01F0-4882-A813-122412C6E425}" dt="2025-10-29T03:51:50.551" v="7418" actId="1076"/>
          <ac:picMkLst>
            <pc:docMk/>
            <pc:sldMk cId="565992104" sldId="290"/>
            <ac:picMk id="3" creationId="{CA95484B-DF92-E6E9-A1C8-55EE92D930D8}"/>
          </ac:picMkLst>
        </pc:picChg>
        <pc:picChg chg="del">
          <ac:chgData name="Thomas Lenz" userId="36309544027_tp_box_2" providerId="OAuth2" clId="{A276375B-01F0-4882-A813-122412C6E425}" dt="2025-10-29T03:12:39.808" v="7069" actId="478"/>
          <ac:picMkLst>
            <pc:docMk/>
            <pc:sldMk cId="565992104" sldId="290"/>
            <ac:picMk id="6146" creationId="{8993E77E-D194-2063-1886-CE4540D8C318}"/>
          </ac:picMkLst>
        </pc:picChg>
      </pc:sldChg>
      <pc:sldChg chg="delSp modSp new del mod">
        <pc:chgData name="Thomas Lenz" userId="36309544027_tp_box_2" providerId="OAuth2" clId="{A276375B-01F0-4882-A813-122412C6E425}" dt="2025-10-29T02:36:33.490" v="6185" actId="47"/>
        <pc:sldMkLst>
          <pc:docMk/>
          <pc:sldMk cId="1731271637" sldId="291"/>
        </pc:sldMkLst>
        <pc:spChg chg="mod">
          <ac:chgData name="Thomas Lenz" userId="36309544027_tp_box_2" providerId="OAuth2" clId="{A276375B-01F0-4882-A813-122412C6E425}" dt="2025-10-29T01:09:48.701" v="4966" actId="14100"/>
          <ac:spMkLst>
            <pc:docMk/>
            <pc:sldMk cId="1731271637" sldId="291"/>
            <ac:spMk id="2" creationId="{FDCF6280-48AC-491D-6D0C-4E4C364013F1}"/>
          </ac:spMkLst>
        </pc:spChg>
        <pc:spChg chg="del">
          <ac:chgData name="Thomas Lenz" userId="36309544027_tp_box_2" providerId="OAuth2" clId="{A276375B-01F0-4882-A813-122412C6E425}" dt="2025-10-29T01:09:40.837" v="4963" actId="478"/>
          <ac:spMkLst>
            <pc:docMk/>
            <pc:sldMk cId="1731271637" sldId="291"/>
            <ac:spMk id="3" creationId="{8033B76C-92B5-7639-5CD3-FE95C2C209CF}"/>
          </ac:spMkLst>
        </pc:spChg>
      </pc:sldChg>
      <pc:sldChg chg="addSp modSp add mod">
        <pc:chgData name="Thomas Lenz" userId="36309544027_tp_box_2" providerId="OAuth2" clId="{A276375B-01F0-4882-A813-122412C6E425}" dt="2025-10-29T04:11:22.829" v="8452" actId="113"/>
        <pc:sldMkLst>
          <pc:docMk/>
          <pc:sldMk cId="2275676818" sldId="291"/>
        </pc:sldMkLst>
        <pc:spChg chg="mod">
          <ac:chgData name="Thomas Lenz" userId="36309544027_tp_box_2" providerId="OAuth2" clId="{A276375B-01F0-4882-A813-122412C6E425}" dt="2025-10-29T03:53:44.143" v="7452" actId="20577"/>
          <ac:spMkLst>
            <pc:docMk/>
            <pc:sldMk cId="2275676818" sldId="291"/>
            <ac:spMk id="2" creationId="{8C7EBA15-BEC3-AA88-C790-ECFDA3B0AED0}"/>
          </ac:spMkLst>
        </pc:spChg>
        <pc:spChg chg="mod">
          <ac:chgData name="Thomas Lenz" userId="36309544027_tp_box_2" providerId="OAuth2" clId="{A276375B-01F0-4882-A813-122412C6E425}" dt="2025-10-29T04:11:22.829" v="8452" actId="113"/>
          <ac:spMkLst>
            <pc:docMk/>
            <pc:sldMk cId="2275676818" sldId="291"/>
            <ac:spMk id="3" creationId="{191DCED4-C76C-78D0-C4E9-6EF816DF3E50}"/>
          </ac:spMkLst>
        </pc:spChg>
        <pc:picChg chg="add mod">
          <ac:chgData name="Thomas Lenz" userId="36309544027_tp_box_2" providerId="OAuth2" clId="{A276375B-01F0-4882-A813-122412C6E425}" dt="2025-10-29T03:55:56.286" v="7740" actId="1076"/>
          <ac:picMkLst>
            <pc:docMk/>
            <pc:sldMk cId="2275676818" sldId="291"/>
            <ac:picMk id="5122" creationId="{4AD936B5-EE81-6DB2-46FB-CC609E31DB0C}"/>
          </ac:picMkLst>
        </pc:picChg>
      </pc:sldChg>
      <pc:sldChg chg="addSp delSp modSp add mod">
        <pc:chgData name="Thomas Lenz" userId="36309544027_tp_box_2" providerId="OAuth2" clId="{A276375B-01F0-4882-A813-122412C6E425}" dt="2025-10-29T03:57:00.939" v="7755" actId="1076"/>
        <pc:sldMkLst>
          <pc:docMk/>
          <pc:sldMk cId="3942363209" sldId="292"/>
        </pc:sldMkLst>
        <pc:spChg chg="mod">
          <ac:chgData name="Thomas Lenz" userId="36309544027_tp_box_2" providerId="OAuth2" clId="{A276375B-01F0-4882-A813-122412C6E425}" dt="2025-10-29T03:56:59.785" v="7754" actId="1076"/>
          <ac:spMkLst>
            <pc:docMk/>
            <pc:sldMk cId="3942363209" sldId="292"/>
            <ac:spMk id="3" creationId="{AF42A0B7-B2ED-2813-FFFE-6C22E620524D}"/>
          </ac:spMkLst>
        </pc:spChg>
        <pc:picChg chg="add mod">
          <ac:chgData name="Thomas Lenz" userId="36309544027_tp_box_2" providerId="OAuth2" clId="{A276375B-01F0-4882-A813-122412C6E425}" dt="2025-10-29T03:57:00.939" v="7755" actId="1076"/>
          <ac:picMkLst>
            <pc:docMk/>
            <pc:sldMk cId="3942363209" sldId="292"/>
            <ac:picMk id="10242" creationId="{8888F78F-D54C-C891-8EEC-83C295FC6337}"/>
          </ac:picMkLst>
        </pc:picChg>
        <pc:picChg chg="del">
          <ac:chgData name="Thomas Lenz" userId="36309544027_tp_box_2" providerId="OAuth2" clId="{A276375B-01F0-4882-A813-122412C6E425}" dt="2025-10-29T03:56:23.976" v="7752" actId="478"/>
          <ac:picMkLst>
            <pc:docMk/>
            <pc:sldMk cId="3942363209" sldId="292"/>
            <ac:picMk id="12291" creationId="{096DF2D9-6396-88F4-5CF0-560CE6B81E3A}"/>
          </ac:picMkLst>
        </pc:picChg>
      </pc:sldChg>
      <pc:sldChg chg="addSp delSp modSp add mod">
        <pc:chgData name="Thomas Lenz" userId="36309544027_tp_box_2" providerId="OAuth2" clId="{A276375B-01F0-4882-A813-122412C6E425}" dt="2025-10-29T04:01:22.093" v="7922" actId="20577"/>
        <pc:sldMkLst>
          <pc:docMk/>
          <pc:sldMk cId="2373328078" sldId="293"/>
        </pc:sldMkLst>
        <pc:spChg chg="mod">
          <ac:chgData name="Thomas Lenz" userId="36309544027_tp_box_2" providerId="OAuth2" clId="{A276375B-01F0-4882-A813-122412C6E425}" dt="2025-10-29T04:01:22.093" v="7922" actId="20577"/>
          <ac:spMkLst>
            <pc:docMk/>
            <pc:sldMk cId="2373328078" sldId="293"/>
            <ac:spMk id="3" creationId="{0A97DF84-B8EA-C891-CDE7-48BB689B3F8D}"/>
          </ac:spMkLst>
        </pc:spChg>
        <pc:picChg chg="del">
          <ac:chgData name="Thomas Lenz" userId="36309544027_tp_box_2" providerId="OAuth2" clId="{A276375B-01F0-4882-A813-122412C6E425}" dt="2025-10-29T03:57:34.405" v="7771" actId="478"/>
          <ac:picMkLst>
            <pc:docMk/>
            <pc:sldMk cId="2373328078" sldId="293"/>
            <ac:picMk id="1026" creationId="{C8504F07-B3B0-A89F-E24A-7A7646474AA4}"/>
          </ac:picMkLst>
        </pc:picChg>
        <pc:picChg chg="add mod">
          <ac:chgData name="Thomas Lenz" userId="36309544027_tp_box_2" providerId="OAuth2" clId="{A276375B-01F0-4882-A813-122412C6E425}" dt="2025-10-29T03:57:44.968" v="7776" actId="1076"/>
          <ac:picMkLst>
            <pc:docMk/>
            <pc:sldMk cId="2373328078" sldId="293"/>
            <ac:picMk id="9218" creationId="{CE63CFBA-F413-3B23-4BCE-23A82846036A}"/>
          </ac:picMkLst>
        </pc:picChg>
      </pc:sldChg>
      <pc:sldChg chg="addSp delSp modSp add mod">
        <pc:chgData name="Thomas Lenz" userId="36309544027_tp_box_2" providerId="OAuth2" clId="{A276375B-01F0-4882-A813-122412C6E425}" dt="2025-10-29T04:11:41.236" v="8455" actId="20577"/>
        <pc:sldMkLst>
          <pc:docMk/>
          <pc:sldMk cId="759123631" sldId="294"/>
        </pc:sldMkLst>
        <pc:spChg chg="mod">
          <ac:chgData name="Thomas Lenz" userId="36309544027_tp_box_2" providerId="OAuth2" clId="{A276375B-01F0-4882-A813-122412C6E425}" dt="2025-10-29T04:11:41.236" v="8455" actId="20577"/>
          <ac:spMkLst>
            <pc:docMk/>
            <pc:sldMk cId="759123631" sldId="294"/>
            <ac:spMk id="3" creationId="{CAE22554-4A78-CE3E-1243-522718D20A5A}"/>
          </ac:spMkLst>
        </pc:spChg>
        <pc:grpChg chg="del">
          <ac:chgData name="Thomas Lenz" userId="36309544027_tp_box_2" providerId="OAuth2" clId="{A276375B-01F0-4882-A813-122412C6E425}" dt="2025-10-29T03:58:19.325" v="7783" actId="478"/>
          <ac:grpSpMkLst>
            <pc:docMk/>
            <pc:sldMk cId="759123631" sldId="294"/>
            <ac:grpSpMk id="5" creationId="{9550E6BE-A052-E791-FFED-CAC7D3B5B706}"/>
          </ac:grpSpMkLst>
        </pc:grpChg>
        <pc:picChg chg="add mod">
          <ac:chgData name="Thomas Lenz" userId="36309544027_tp_box_2" providerId="OAuth2" clId="{A276375B-01F0-4882-A813-122412C6E425}" dt="2025-10-29T03:58:35.794" v="7787" actId="1076"/>
          <ac:picMkLst>
            <pc:docMk/>
            <pc:sldMk cId="759123631" sldId="294"/>
            <ac:picMk id="8194" creationId="{4FCE357E-65FD-76FB-7500-D6F99CD64FBF}"/>
          </ac:picMkLst>
        </pc:picChg>
      </pc:sldChg>
      <pc:sldChg chg="modSp add">
        <pc:chgData name="Thomas Lenz" userId="36309544027_tp_box_2" providerId="OAuth2" clId="{A276375B-01F0-4882-A813-122412C6E425}" dt="2025-10-29T03:58:51.217" v="7788"/>
        <pc:sldMkLst>
          <pc:docMk/>
          <pc:sldMk cId="606798919" sldId="295"/>
        </pc:sldMkLst>
        <pc:spChg chg="mod">
          <ac:chgData name="Thomas Lenz" userId="36309544027_tp_box_2" providerId="OAuth2" clId="{A276375B-01F0-4882-A813-122412C6E425}" dt="2025-10-29T03:58:51.217" v="7788"/>
          <ac:spMkLst>
            <pc:docMk/>
            <pc:sldMk cId="606798919" sldId="295"/>
            <ac:spMk id="2" creationId="{5B7A1C70-9D82-5870-E090-E19538B8E178}"/>
          </ac:spMkLst>
        </pc:spChg>
      </pc:sldChg>
      <pc:sldChg chg="addSp delSp modSp add mod">
        <pc:chgData name="Thomas Lenz" userId="36309544027_tp_box_2" providerId="OAuth2" clId="{A276375B-01F0-4882-A813-122412C6E425}" dt="2025-10-29T04:01:04.071" v="7917" actId="1076"/>
        <pc:sldMkLst>
          <pc:docMk/>
          <pc:sldMk cId="26850883" sldId="296"/>
        </pc:sldMkLst>
        <pc:spChg chg="mod">
          <ac:chgData name="Thomas Lenz" userId="36309544027_tp_box_2" providerId="OAuth2" clId="{A276375B-01F0-4882-A813-122412C6E425}" dt="2025-10-29T04:00:19.905" v="7904" actId="20577"/>
          <ac:spMkLst>
            <pc:docMk/>
            <pc:sldMk cId="26850883" sldId="296"/>
            <ac:spMk id="2" creationId="{BD702847-1129-90A5-06C1-641899D0EEB8}"/>
          </ac:spMkLst>
        </pc:spChg>
        <pc:spChg chg="mod">
          <ac:chgData name="Thomas Lenz" userId="36309544027_tp_box_2" providerId="OAuth2" clId="{A276375B-01F0-4882-A813-122412C6E425}" dt="2025-10-29T03:59:02.799" v="7809" actId="20577"/>
          <ac:spMkLst>
            <pc:docMk/>
            <pc:sldMk cId="26850883" sldId="296"/>
            <ac:spMk id="3" creationId="{D74DB005-3150-E29E-CE38-C7783AAFE813}"/>
          </ac:spMkLst>
        </pc:spChg>
        <pc:picChg chg="del">
          <ac:chgData name="Thomas Lenz" userId="36309544027_tp_box_2" providerId="OAuth2" clId="{A276375B-01F0-4882-A813-122412C6E425}" dt="2025-10-29T03:59:06.794" v="7810" actId="478"/>
          <ac:picMkLst>
            <pc:docMk/>
            <pc:sldMk cId="26850883" sldId="296"/>
            <ac:picMk id="9218" creationId="{7A946105-0D8E-E949-A222-49AF7BD6A8CD}"/>
          </ac:picMkLst>
        </pc:picChg>
        <pc:picChg chg="del">
          <ac:chgData name="Thomas Lenz" userId="36309544027_tp_box_2" providerId="OAuth2" clId="{A276375B-01F0-4882-A813-122412C6E425}" dt="2025-10-29T03:59:06.794" v="7810" actId="478"/>
          <ac:picMkLst>
            <pc:docMk/>
            <pc:sldMk cId="26850883" sldId="296"/>
            <ac:picMk id="9220" creationId="{14B3F248-3B80-9C05-123D-C15EE23CDBBA}"/>
          </ac:picMkLst>
        </pc:picChg>
        <pc:picChg chg="add mod">
          <ac:chgData name="Thomas Lenz" userId="36309544027_tp_box_2" providerId="OAuth2" clId="{A276375B-01F0-4882-A813-122412C6E425}" dt="2025-10-29T04:00:45.347" v="7909" actId="1076"/>
          <ac:picMkLst>
            <pc:docMk/>
            <pc:sldMk cId="26850883" sldId="296"/>
            <ac:picMk id="11266" creationId="{B110053F-C479-DDAF-0A8A-751AFBF2B5A3}"/>
          </ac:picMkLst>
        </pc:picChg>
        <pc:picChg chg="add mod">
          <ac:chgData name="Thomas Lenz" userId="36309544027_tp_box_2" providerId="OAuth2" clId="{A276375B-01F0-4882-A813-122412C6E425}" dt="2025-10-29T04:01:04.071" v="7917" actId="1076"/>
          <ac:picMkLst>
            <pc:docMk/>
            <pc:sldMk cId="26850883" sldId="296"/>
            <ac:picMk id="11268" creationId="{29EA805B-D859-27FE-F790-A63FBD22AE6F}"/>
          </ac:picMkLst>
        </pc:picChg>
      </pc:sldChg>
      <pc:sldChg chg="addSp delSp modSp add mod">
        <pc:chgData name="Thomas Lenz" userId="36309544027_tp_box_2" providerId="OAuth2" clId="{A276375B-01F0-4882-A813-122412C6E425}" dt="2025-10-29T04:05:13.063" v="8182" actId="1076"/>
        <pc:sldMkLst>
          <pc:docMk/>
          <pc:sldMk cId="2725315215" sldId="297"/>
        </pc:sldMkLst>
        <pc:spChg chg="mod">
          <ac:chgData name="Thomas Lenz" userId="36309544027_tp_box_2" providerId="OAuth2" clId="{A276375B-01F0-4882-A813-122412C6E425}" dt="2025-10-29T04:03:02.164" v="8069" actId="27636"/>
          <ac:spMkLst>
            <pc:docMk/>
            <pc:sldMk cId="2725315215" sldId="297"/>
            <ac:spMk id="3" creationId="{511E1565-3F12-92B5-DB88-11C0912A5FBB}"/>
          </ac:spMkLst>
        </pc:spChg>
        <pc:spChg chg="mod">
          <ac:chgData name="Thomas Lenz" userId="36309544027_tp_box_2" providerId="OAuth2" clId="{A276375B-01F0-4882-A813-122412C6E425}" dt="2025-10-29T04:04:14.915" v="8170" actId="20577"/>
          <ac:spMkLst>
            <pc:docMk/>
            <pc:sldMk cId="2725315215" sldId="297"/>
            <ac:spMk id="4" creationId="{0D9DD5DF-21E3-98ED-88E0-79D6A4ECB683}"/>
          </ac:spMkLst>
        </pc:spChg>
        <pc:picChg chg="del">
          <ac:chgData name="Thomas Lenz" userId="36309544027_tp_box_2" providerId="OAuth2" clId="{A276375B-01F0-4882-A813-122412C6E425}" dt="2025-10-29T04:01:32.648" v="7938" actId="478"/>
          <ac:picMkLst>
            <pc:docMk/>
            <pc:sldMk cId="2725315215" sldId="297"/>
            <ac:picMk id="2050" creationId="{BD961450-38A1-9738-475A-5809DCDE4163}"/>
          </ac:picMkLst>
        </pc:picChg>
        <pc:picChg chg="add mod">
          <ac:chgData name="Thomas Lenz" userId="36309544027_tp_box_2" providerId="OAuth2" clId="{A276375B-01F0-4882-A813-122412C6E425}" dt="2025-10-29T04:05:03.658" v="8176" actId="1076"/>
          <ac:picMkLst>
            <pc:docMk/>
            <pc:sldMk cId="2725315215" sldId="297"/>
            <ac:picMk id="7170" creationId="{6A21F61F-5D24-EED6-C11E-D69C55C6C509}"/>
          </ac:picMkLst>
        </pc:picChg>
        <pc:picChg chg="add mod">
          <ac:chgData name="Thomas Lenz" userId="36309544027_tp_box_2" providerId="OAuth2" clId="{A276375B-01F0-4882-A813-122412C6E425}" dt="2025-10-29T04:05:13.063" v="8182" actId="1076"/>
          <ac:picMkLst>
            <pc:docMk/>
            <pc:sldMk cId="2725315215" sldId="297"/>
            <ac:picMk id="7172" creationId="{BB002CAE-6147-3E4B-43BC-039C245086F6}"/>
          </ac:picMkLst>
        </pc:picChg>
      </pc:sldChg>
      <pc:sldChg chg="addSp delSp modSp add mod">
        <pc:chgData name="Thomas Lenz" userId="36309544027_tp_box_2" providerId="OAuth2" clId="{A276375B-01F0-4882-A813-122412C6E425}" dt="2025-10-29T04:07:14.262" v="8296" actId="1076"/>
        <pc:sldMkLst>
          <pc:docMk/>
          <pc:sldMk cId="2110144452" sldId="298"/>
        </pc:sldMkLst>
        <pc:spChg chg="mod">
          <ac:chgData name="Thomas Lenz" userId="36309544027_tp_box_2" providerId="OAuth2" clId="{A276375B-01F0-4882-A813-122412C6E425}" dt="2025-10-29T04:06:31.636" v="8286" actId="20577"/>
          <ac:spMkLst>
            <pc:docMk/>
            <pc:sldMk cId="2110144452" sldId="298"/>
            <ac:spMk id="5" creationId="{E1E34FB5-3588-7AFE-2580-65489C651F26}"/>
          </ac:spMkLst>
        </pc:spChg>
        <pc:spChg chg="mod">
          <ac:chgData name="Thomas Lenz" userId="36309544027_tp_box_2" providerId="OAuth2" clId="{A276375B-01F0-4882-A813-122412C6E425}" dt="2025-10-29T04:05:44.379" v="8205"/>
          <ac:spMkLst>
            <pc:docMk/>
            <pc:sldMk cId="2110144452" sldId="298"/>
            <ac:spMk id="6" creationId="{63D61B98-6861-2437-5A0C-95BC85D9B35B}"/>
          </ac:spMkLst>
        </pc:spChg>
        <pc:picChg chg="del">
          <ac:chgData name="Thomas Lenz" userId="36309544027_tp_box_2" providerId="OAuth2" clId="{A276375B-01F0-4882-A813-122412C6E425}" dt="2025-10-29T04:05:48.640" v="8207" actId="478"/>
          <ac:picMkLst>
            <pc:docMk/>
            <pc:sldMk cId="2110144452" sldId="298"/>
            <ac:picMk id="3" creationId="{57F8D296-9177-0080-C2FD-5A9832509968}"/>
          </ac:picMkLst>
        </pc:picChg>
        <pc:picChg chg="add mod">
          <ac:chgData name="Thomas Lenz" userId="36309544027_tp_box_2" providerId="OAuth2" clId="{A276375B-01F0-4882-A813-122412C6E425}" dt="2025-10-29T04:07:11.877" v="8295" actId="1076"/>
          <ac:picMkLst>
            <pc:docMk/>
            <pc:sldMk cId="2110144452" sldId="298"/>
            <ac:picMk id="6146" creationId="{B84EDFD5-6430-BCF8-7B77-C49E221C4C8D}"/>
          </ac:picMkLst>
        </pc:picChg>
        <pc:picChg chg="add mod">
          <ac:chgData name="Thomas Lenz" userId="36309544027_tp_box_2" providerId="OAuth2" clId="{A276375B-01F0-4882-A813-122412C6E425}" dt="2025-10-29T04:07:14.262" v="8296" actId="1076"/>
          <ac:picMkLst>
            <pc:docMk/>
            <pc:sldMk cId="2110144452" sldId="298"/>
            <ac:picMk id="6148" creationId="{E979DB46-8486-E245-9466-6656E7AAF1DF}"/>
          </ac:picMkLst>
        </pc:picChg>
      </pc:sldChg>
      <pc:sldChg chg="addSp delSp modSp add mod">
        <pc:chgData name="Thomas Lenz" userId="36309544027_tp_box_2" providerId="OAuth2" clId="{A276375B-01F0-4882-A813-122412C6E425}" dt="2025-10-29T04:11:12.683" v="8451" actId="113"/>
        <pc:sldMkLst>
          <pc:docMk/>
          <pc:sldMk cId="2496453904" sldId="299"/>
        </pc:sldMkLst>
        <pc:spChg chg="mod">
          <ac:chgData name="Thomas Lenz" userId="36309544027_tp_box_2" providerId="OAuth2" clId="{A276375B-01F0-4882-A813-122412C6E425}" dt="2025-10-29T04:07:44.745" v="8319" actId="20577"/>
          <ac:spMkLst>
            <pc:docMk/>
            <pc:sldMk cId="2496453904" sldId="299"/>
            <ac:spMk id="2" creationId="{9FACC102-20B3-E5B9-E79B-D65C4589887E}"/>
          </ac:spMkLst>
        </pc:spChg>
        <pc:spChg chg="mod">
          <ac:chgData name="Thomas Lenz" userId="36309544027_tp_box_2" providerId="OAuth2" clId="{A276375B-01F0-4882-A813-122412C6E425}" dt="2025-10-29T04:11:12.683" v="8451" actId="113"/>
          <ac:spMkLst>
            <pc:docMk/>
            <pc:sldMk cId="2496453904" sldId="299"/>
            <ac:spMk id="3" creationId="{58788942-B90B-FB0E-F1F7-E16DC1B14CC8}"/>
          </ac:spMkLst>
        </pc:spChg>
        <pc:picChg chg="del">
          <ac:chgData name="Thomas Lenz" userId="36309544027_tp_box_2" providerId="OAuth2" clId="{A276375B-01F0-4882-A813-122412C6E425}" dt="2025-10-29T04:09:13.569" v="8439" actId="478"/>
          <ac:picMkLst>
            <pc:docMk/>
            <pc:sldMk cId="2496453904" sldId="299"/>
            <ac:picMk id="5122" creationId="{12BECC17-3F9A-FD94-42C1-517EDC7AE445}"/>
          </ac:picMkLst>
        </pc:picChg>
        <pc:picChg chg="add mod">
          <ac:chgData name="Thomas Lenz" userId="36309544027_tp_box_2" providerId="OAuth2" clId="{A276375B-01F0-4882-A813-122412C6E425}" dt="2025-10-29T04:11:01.253" v="8449" actId="1076"/>
          <ac:picMkLst>
            <pc:docMk/>
            <pc:sldMk cId="2496453904" sldId="299"/>
            <ac:picMk id="18434" creationId="{0377F5ED-5616-75F1-D2BF-A241567BCF39}"/>
          </ac:picMkLst>
        </pc:picChg>
        <pc:picChg chg="add mod">
          <ac:chgData name="Thomas Lenz" userId="36309544027_tp_box_2" providerId="OAuth2" clId="{A276375B-01F0-4882-A813-122412C6E425}" dt="2025-10-29T04:10:53.287" v="8448" actId="1076"/>
          <ac:picMkLst>
            <pc:docMk/>
            <pc:sldMk cId="2496453904" sldId="299"/>
            <ac:picMk id="18436" creationId="{E4582EA3-BBC9-ADDF-753E-1A0F62311223}"/>
          </ac:picMkLst>
        </pc:picChg>
      </pc:sldChg>
      <pc:sldChg chg="addSp delSp modSp add mod">
        <pc:chgData name="Thomas Lenz" userId="36309544027_tp_box_2" providerId="OAuth2" clId="{A276375B-01F0-4882-A813-122412C6E425}" dt="2025-10-29T04:12:09.660" v="8461" actId="1076"/>
        <pc:sldMkLst>
          <pc:docMk/>
          <pc:sldMk cId="1771882407" sldId="300"/>
        </pc:sldMkLst>
        <pc:spChg chg="del">
          <ac:chgData name="Thomas Lenz" userId="36309544027_tp_box_2" providerId="OAuth2" clId="{A276375B-01F0-4882-A813-122412C6E425}" dt="2025-10-29T04:11:55.715" v="8456" actId="478"/>
          <ac:spMkLst>
            <pc:docMk/>
            <pc:sldMk cId="1771882407" sldId="300"/>
            <ac:spMk id="3" creationId="{00D37513-A8F8-CBCE-90DF-BB388473CA33}"/>
          </ac:spMkLst>
        </pc:spChg>
        <pc:spChg chg="add del mod">
          <ac:chgData name="Thomas Lenz" userId="36309544027_tp_box_2" providerId="OAuth2" clId="{A276375B-01F0-4882-A813-122412C6E425}" dt="2025-10-29T04:11:59.121" v="8457" actId="478"/>
          <ac:spMkLst>
            <pc:docMk/>
            <pc:sldMk cId="1771882407" sldId="300"/>
            <ac:spMk id="4" creationId="{7570ACF7-2D51-EEE1-980D-3549ED5AD185}"/>
          </ac:spMkLst>
        </pc:spChg>
        <pc:picChg chg="del">
          <ac:chgData name="Thomas Lenz" userId="36309544027_tp_box_2" providerId="OAuth2" clId="{A276375B-01F0-4882-A813-122412C6E425}" dt="2025-10-29T04:11:59.842" v="8458" actId="478"/>
          <ac:picMkLst>
            <pc:docMk/>
            <pc:sldMk cId="1771882407" sldId="300"/>
            <ac:picMk id="10242" creationId="{C616666F-330A-C82E-A159-F9DD99162099}"/>
          </ac:picMkLst>
        </pc:picChg>
        <pc:picChg chg="add mod">
          <ac:chgData name="Thomas Lenz" userId="36309544027_tp_box_2" providerId="OAuth2" clId="{A276375B-01F0-4882-A813-122412C6E425}" dt="2025-10-29T04:12:09.660" v="8461" actId="1076"/>
          <ac:picMkLst>
            <pc:docMk/>
            <pc:sldMk cId="1771882407" sldId="300"/>
            <ac:picMk id="17410" creationId="{A51017FF-6516-7FC3-EFD4-E36ABEE4B220}"/>
          </ac:picMkLst>
        </pc:picChg>
      </pc:sldChg>
      <pc:sldChg chg="addSp delSp modSp add mod">
        <pc:chgData name="Thomas Lenz" userId="36309544027_tp_box_2" providerId="OAuth2" clId="{A276375B-01F0-4882-A813-122412C6E425}" dt="2025-10-29T04:16:22.636" v="8469" actId="1076"/>
        <pc:sldMkLst>
          <pc:docMk/>
          <pc:sldMk cId="3590937987" sldId="301"/>
        </pc:sldMkLst>
        <pc:spChg chg="del">
          <ac:chgData name="Thomas Lenz" userId="36309544027_tp_box_2" providerId="OAuth2" clId="{A276375B-01F0-4882-A813-122412C6E425}" dt="2025-10-29T04:15:58.909" v="8463" actId="478"/>
          <ac:spMkLst>
            <pc:docMk/>
            <pc:sldMk cId="3590937987" sldId="301"/>
            <ac:spMk id="3" creationId="{4862F452-55AA-57A0-B8D4-2D3A3132AC3B}"/>
          </ac:spMkLst>
        </pc:spChg>
        <pc:spChg chg="add del mod">
          <ac:chgData name="Thomas Lenz" userId="36309544027_tp_box_2" providerId="OAuth2" clId="{A276375B-01F0-4882-A813-122412C6E425}" dt="2025-10-29T04:16:04.473" v="8465" actId="478"/>
          <ac:spMkLst>
            <pc:docMk/>
            <pc:sldMk cId="3590937987" sldId="301"/>
            <ac:spMk id="4" creationId="{2C489CEC-0DFE-E81D-F238-0B522D897A28}"/>
          </ac:spMkLst>
        </pc:spChg>
        <pc:picChg chg="del">
          <ac:chgData name="Thomas Lenz" userId="36309544027_tp_box_2" providerId="OAuth2" clId="{A276375B-01F0-4882-A813-122412C6E425}" dt="2025-10-29T04:15:57.709" v="8462" actId="478"/>
          <ac:picMkLst>
            <pc:docMk/>
            <pc:sldMk cId="3590937987" sldId="301"/>
            <ac:picMk id="9218" creationId="{31BB8637-FACC-573C-10FA-66DDBF93684E}"/>
          </ac:picMkLst>
        </pc:picChg>
        <pc:picChg chg="add mod">
          <ac:chgData name="Thomas Lenz" userId="36309544027_tp_box_2" providerId="OAuth2" clId="{A276375B-01F0-4882-A813-122412C6E425}" dt="2025-10-29T04:16:22.636" v="8469" actId="1076"/>
          <ac:picMkLst>
            <pc:docMk/>
            <pc:sldMk cId="3590937987" sldId="301"/>
            <ac:picMk id="16386" creationId="{8D44B7C1-3FCA-F669-0A29-8FFFD5D8D00C}"/>
          </ac:picMkLst>
        </pc:picChg>
      </pc:sldChg>
      <pc:sldChg chg="addSp delSp modSp add mod">
        <pc:chgData name="Thomas Lenz" userId="36309544027_tp_box_2" providerId="OAuth2" clId="{A276375B-01F0-4882-A813-122412C6E425}" dt="2025-10-29T04:24:51.587" v="9041" actId="1076"/>
        <pc:sldMkLst>
          <pc:docMk/>
          <pc:sldMk cId="2692261028" sldId="302"/>
        </pc:sldMkLst>
        <pc:spChg chg="del">
          <ac:chgData name="Thomas Lenz" userId="36309544027_tp_box_2" providerId="OAuth2" clId="{A276375B-01F0-4882-A813-122412C6E425}" dt="2025-10-29T04:16:28.124" v="8471" actId="478"/>
          <ac:spMkLst>
            <pc:docMk/>
            <pc:sldMk cId="2692261028" sldId="302"/>
            <ac:spMk id="3" creationId="{0F745908-D2B8-EEF6-DD1C-8C9674570EAA}"/>
          </ac:spMkLst>
        </pc:spChg>
        <pc:spChg chg="add del mod">
          <ac:chgData name="Thomas Lenz" userId="36309544027_tp_box_2" providerId="OAuth2" clId="{A276375B-01F0-4882-A813-122412C6E425}" dt="2025-10-29T04:16:30.186" v="8472" actId="478"/>
          <ac:spMkLst>
            <pc:docMk/>
            <pc:sldMk cId="2692261028" sldId="302"/>
            <ac:spMk id="4" creationId="{269433DC-799F-6BFF-8CB9-AB7B147555BE}"/>
          </ac:spMkLst>
        </pc:spChg>
        <pc:picChg chg="add mod">
          <ac:chgData name="Thomas Lenz" userId="36309544027_tp_box_2" providerId="OAuth2" clId="{A276375B-01F0-4882-A813-122412C6E425}" dt="2025-10-29T04:24:51.587" v="9041" actId="1076"/>
          <ac:picMkLst>
            <pc:docMk/>
            <pc:sldMk cId="2692261028" sldId="302"/>
            <ac:picMk id="5" creationId="{9932D237-55B3-4C6F-2BBB-2B15FEF22489}"/>
          </ac:picMkLst>
        </pc:picChg>
        <pc:picChg chg="del">
          <ac:chgData name="Thomas Lenz" userId="36309544027_tp_box_2" providerId="OAuth2" clId="{A276375B-01F0-4882-A813-122412C6E425}" dt="2025-10-29T04:16:26.522" v="8470" actId="478"/>
          <ac:picMkLst>
            <pc:docMk/>
            <pc:sldMk cId="2692261028" sldId="302"/>
            <ac:picMk id="8194" creationId="{B4F44CA3-9202-A917-02DF-55BFFBD25B6A}"/>
          </ac:picMkLst>
        </pc:picChg>
      </pc:sldChg>
      <pc:sldChg chg="modSp add">
        <pc:chgData name="Thomas Lenz" userId="36309544027_tp_box_2" providerId="OAuth2" clId="{A276375B-01F0-4882-A813-122412C6E425}" dt="2025-10-29T04:16:42.187" v="8473"/>
        <pc:sldMkLst>
          <pc:docMk/>
          <pc:sldMk cId="4103840692" sldId="303"/>
        </pc:sldMkLst>
        <pc:spChg chg="mod">
          <ac:chgData name="Thomas Lenz" userId="36309544027_tp_box_2" providerId="OAuth2" clId="{A276375B-01F0-4882-A813-122412C6E425}" dt="2025-10-29T04:16:42.187" v="8473"/>
          <ac:spMkLst>
            <pc:docMk/>
            <pc:sldMk cId="4103840692" sldId="303"/>
            <ac:spMk id="2" creationId="{74B75111-25F4-6D04-479C-8BE3349291D4}"/>
          </ac:spMkLst>
        </pc:spChg>
      </pc:sldChg>
      <pc:sldChg chg="addSp delSp modSp add mod">
        <pc:chgData name="Thomas Lenz" userId="36309544027_tp_box_2" providerId="OAuth2" clId="{A276375B-01F0-4882-A813-122412C6E425}" dt="2025-10-29T04:24:26.199" v="9035" actId="20577"/>
        <pc:sldMkLst>
          <pc:docMk/>
          <pc:sldMk cId="3859979730" sldId="304"/>
        </pc:sldMkLst>
        <pc:spChg chg="mod">
          <ac:chgData name="Thomas Lenz" userId="36309544027_tp_box_2" providerId="OAuth2" clId="{A276375B-01F0-4882-A813-122412C6E425}" dt="2025-10-29T04:21:09.682" v="8940" actId="20577"/>
          <ac:spMkLst>
            <pc:docMk/>
            <pc:sldMk cId="3859979730" sldId="304"/>
            <ac:spMk id="2" creationId="{15857B05-2B6C-84FE-0AEF-527CAD1EAE5C}"/>
          </ac:spMkLst>
        </pc:spChg>
        <pc:spChg chg="mod">
          <ac:chgData name="Thomas Lenz" userId="36309544027_tp_box_2" providerId="OAuth2" clId="{A276375B-01F0-4882-A813-122412C6E425}" dt="2025-10-29T04:24:26.199" v="9035" actId="20577"/>
          <ac:spMkLst>
            <pc:docMk/>
            <pc:sldMk cId="3859979730" sldId="304"/>
            <ac:spMk id="3" creationId="{2BE4BBA1-2806-8385-2F39-F6013E08BD3C}"/>
          </ac:spMkLst>
        </pc:spChg>
        <pc:picChg chg="add mod">
          <ac:chgData name="Thomas Lenz" userId="36309544027_tp_box_2" providerId="OAuth2" clId="{A276375B-01F0-4882-A813-122412C6E425}" dt="2025-10-29T04:17:16.003" v="8514" actId="1076"/>
          <ac:picMkLst>
            <pc:docMk/>
            <pc:sldMk cId="3859979730" sldId="304"/>
            <ac:picMk id="4" creationId="{E28203E2-F1DA-88E3-0C80-32DE57E91CB1}"/>
          </ac:picMkLst>
        </pc:picChg>
        <pc:picChg chg="del">
          <ac:chgData name="Thomas Lenz" userId="36309544027_tp_box_2" providerId="OAuth2" clId="{A276375B-01F0-4882-A813-122412C6E425}" dt="2025-10-29T04:17:01.260" v="8508" actId="478"/>
          <ac:picMkLst>
            <pc:docMk/>
            <pc:sldMk cId="3859979730" sldId="304"/>
            <ac:picMk id="11266" creationId="{14603AFE-D4EE-8401-F64F-42C9210D5371}"/>
          </ac:picMkLst>
        </pc:picChg>
        <pc:picChg chg="del">
          <ac:chgData name="Thomas Lenz" userId="36309544027_tp_box_2" providerId="OAuth2" clId="{A276375B-01F0-4882-A813-122412C6E425}" dt="2025-10-29T04:17:01.929" v="8509" actId="478"/>
          <ac:picMkLst>
            <pc:docMk/>
            <pc:sldMk cId="3859979730" sldId="304"/>
            <ac:picMk id="11268" creationId="{6A6EB849-4F68-CA2D-75E1-58739EE3A1BB}"/>
          </ac:picMkLst>
        </pc:picChg>
      </pc:sldChg>
      <pc:sldChg chg="addSp delSp modSp add mod">
        <pc:chgData name="Thomas Lenz" userId="36309544027_tp_box_2" providerId="OAuth2" clId="{A276375B-01F0-4882-A813-122412C6E425}" dt="2025-10-29T04:25:12.181" v="9048" actId="20577"/>
        <pc:sldMkLst>
          <pc:docMk/>
          <pc:sldMk cId="4132945716" sldId="305"/>
        </pc:sldMkLst>
        <pc:spChg chg="mod">
          <ac:chgData name="Thomas Lenz" userId="36309544027_tp_box_2" providerId="OAuth2" clId="{A276375B-01F0-4882-A813-122412C6E425}" dt="2025-10-29T04:25:12.181" v="9048" actId="20577"/>
          <ac:spMkLst>
            <pc:docMk/>
            <pc:sldMk cId="4132945716" sldId="305"/>
            <ac:spMk id="3" creationId="{88600BCC-73E6-85AD-33B8-ADE23619089C}"/>
          </ac:spMkLst>
        </pc:spChg>
        <pc:spChg chg="mod">
          <ac:chgData name="Thomas Lenz" userId="36309544027_tp_box_2" providerId="OAuth2" clId="{A276375B-01F0-4882-A813-122412C6E425}" dt="2025-10-29T04:20:50.450" v="8938" actId="1076"/>
          <ac:spMkLst>
            <pc:docMk/>
            <pc:sldMk cId="4132945716" sldId="305"/>
            <ac:spMk id="4" creationId="{B20E18FF-498F-0AEC-DA6C-F5DA0FA23E75}"/>
          </ac:spMkLst>
        </pc:spChg>
        <pc:picChg chg="add mod">
          <ac:chgData name="Thomas Lenz" userId="36309544027_tp_box_2" providerId="OAuth2" clId="{A276375B-01F0-4882-A813-122412C6E425}" dt="2025-10-29T04:20:52.547" v="8939" actId="1076"/>
          <ac:picMkLst>
            <pc:docMk/>
            <pc:sldMk cId="4132945716" sldId="305"/>
            <ac:picMk id="2" creationId="{6E859A96-25D0-AA57-BA97-A149F5C9CA5E}"/>
          </ac:picMkLst>
        </pc:picChg>
        <pc:picChg chg="del">
          <ac:chgData name="Thomas Lenz" userId="36309544027_tp_box_2" providerId="OAuth2" clId="{A276375B-01F0-4882-A813-122412C6E425}" dt="2025-10-29T04:20:19.336" v="8930" actId="478"/>
          <ac:picMkLst>
            <pc:docMk/>
            <pc:sldMk cId="4132945716" sldId="305"/>
            <ac:picMk id="7170" creationId="{A06C7F04-C28E-4479-1503-6B49125D7F07}"/>
          </ac:picMkLst>
        </pc:picChg>
        <pc:picChg chg="del">
          <ac:chgData name="Thomas Lenz" userId="36309544027_tp_box_2" providerId="OAuth2" clId="{A276375B-01F0-4882-A813-122412C6E425}" dt="2025-10-29T04:20:20.022" v="8931" actId="478"/>
          <ac:picMkLst>
            <pc:docMk/>
            <pc:sldMk cId="4132945716" sldId="305"/>
            <ac:picMk id="7172" creationId="{800EEA93-7B97-657E-55C1-1F5454593116}"/>
          </ac:picMkLst>
        </pc:picChg>
      </pc:sldChg>
      <pc:sldChg chg="addSp delSp modSp add mod">
        <pc:chgData name="Thomas Lenz" userId="36309544027_tp_box_2" providerId="OAuth2" clId="{A276375B-01F0-4882-A813-122412C6E425}" dt="2025-10-29T04:25:45.471" v="9067" actId="20577"/>
        <pc:sldMkLst>
          <pc:docMk/>
          <pc:sldMk cId="2584393776" sldId="306"/>
        </pc:sldMkLst>
        <pc:spChg chg="mod">
          <ac:chgData name="Thomas Lenz" userId="36309544027_tp_box_2" providerId="OAuth2" clId="{A276375B-01F0-4882-A813-122412C6E425}" dt="2025-10-29T04:23:45.242" v="8983" actId="20577"/>
          <ac:spMkLst>
            <pc:docMk/>
            <pc:sldMk cId="2584393776" sldId="306"/>
            <ac:spMk id="5" creationId="{561D4010-E086-FD17-7CD3-50D0B32CB306}"/>
          </ac:spMkLst>
        </pc:spChg>
        <pc:spChg chg="mod">
          <ac:chgData name="Thomas Lenz" userId="36309544027_tp_box_2" providerId="OAuth2" clId="{A276375B-01F0-4882-A813-122412C6E425}" dt="2025-10-29T04:25:45.471" v="9067" actId="20577"/>
          <ac:spMkLst>
            <pc:docMk/>
            <pc:sldMk cId="2584393776" sldId="306"/>
            <ac:spMk id="6" creationId="{B6E02D41-DB7C-47FD-1016-7B5911B4FD82}"/>
          </ac:spMkLst>
        </pc:spChg>
        <pc:picChg chg="del">
          <ac:chgData name="Thomas Lenz" userId="36309544027_tp_box_2" providerId="OAuth2" clId="{A276375B-01F0-4882-A813-122412C6E425}" dt="2025-10-29T04:23:19.452" v="8942" actId="478"/>
          <ac:picMkLst>
            <pc:docMk/>
            <pc:sldMk cId="2584393776" sldId="306"/>
            <ac:picMk id="6146" creationId="{B2864CA6-0F95-879D-523E-9AEA180006AE}"/>
          </ac:picMkLst>
        </pc:picChg>
        <pc:picChg chg="del">
          <ac:chgData name="Thomas Lenz" userId="36309544027_tp_box_2" providerId="OAuth2" clId="{A276375B-01F0-4882-A813-122412C6E425}" dt="2025-10-29T04:23:18.845" v="8941" actId="478"/>
          <ac:picMkLst>
            <pc:docMk/>
            <pc:sldMk cId="2584393776" sldId="306"/>
            <ac:picMk id="6148" creationId="{6372B6D2-8FF3-01C5-6CA9-5586033FD0CB}"/>
          </ac:picMkLst>
        </pc:picChg>
        <pc:picChg chg="add mod">
          <ac:chgData name="Thomas Lenz" userId="36309544027_tp_box_2" providerId="OAuth2" clId="{A276375B-01F0-4882-A813-122412C6E425}" dt="2025-10-29T04:23:30.609" v="8945" actId="1076"/>
          <ac:picMkLst>
            <pc:docMk/>
            <pc:sldMk cId="2584393776" sldId="306"/>
            <ac:picMk id="12290" creationId="{C212AB96-5BBE-75E9-1CA5-A2C8152ED0B1}"/>
          </ac:picMkLst>
        </pc:picChg>
      </pc:sldChg>
      <pc:sldChg chg="modSp new mod">
        <pc:chgData name="Thomas Lenz" userId="36309544027_tp_box_2" providerId="OAuth2" clId="{A276375B-01F0-4882-A813-122412C6E425}" dt="2025-10-29T04:32:08.071" v="9252" actId="20577"/>
        <pc:sldMkLst>
          <pc:docMk/>
          <pc:sldMk cId="1887521964" sldId="307"/>
        </pc:sldMkLst>
        <pc:spChg chg="mod">
          <ac:chgData name="Thomas Lenz" userId="36309544027_tp_box_2" providerId="OAuth2" clId="{A276375B-01F0-4882-A813-122412C6E425}" dt="2025-10-29T04:26:31.451" v="9082" actId="20577"/>
          <ac:spMkLst>
            <pc:docMk/>
            <pc:sldMk cId="1887521964" sldId="307"/>
            <ac:spMk id="2" creationId="{6C602098-114E-9BEA-43B0-38D66D152C05}"/>
          </ac:spMkLst>
        </pc:spChg>
        <pc:spChg chg="mod">
          <ac:chgData name="Thomas Lenz" userId="36309544027_tp_box_2" providerId="OAuth2" clId="{A276375B-01F0-4882-A813-122412C6E425}" dt="2025-10-29T04:32:08.071" v="9252" actId="20577"/>
          <ac:spMkLst>
            <pc:docMk/>
            <pc:sldMk cId="1887521964" sldId="307"/>
            <ac:spMk id="3" creationId="{1342FC96-6213-5491-4A57-2A8AC3DC32CF}"/>
          </ac:spMkLst>
        </pc:spChg>
      </pc:sldChg>
      <pc:sldChg chg="addSp modSp add mod">
        <pc:chgData name="Thomas Lenz" userId="36309544027_tp_box_2" providerId="OAuth2" clId="{A276375B-01F0-4882-A813-122412C6E425}" dt="2025-10-29T05:15:30.458" v="10345" actId="1076"/>
        <pc:sldMkLst>
          <pc:docMk/>
          <pc:sldMk cId="295015439" sldId="308"/>
        </pc:sldMkLst>
        <pc:spChg chg="mod">
          <ac:chgData name="Thomas Lenz" userId="36309544027_tp_box_2" providerId="OAuth2" clId="{A276375B-01F0-4882-A813-122412C6E425}" dt="2025-10-29T04:33:36.405" v="9256" actId="20577"/>
          <ac:spMkLst>
            <pc:docMk/>
            <pc:sldMk cId="295015439" sldId="308"/>
            <ac:spMk id="2" creationId="{3FF821B1-D906-C2B7-4731-710141374AAA}"/>
          </ac:spMkLst>
        </pc:spChg>
        <pc:spChg chg="mod">
          <ac:chgData name="Thomas Lenz" userId="36309544027_tp_box_2" providerId="OAuth2" clId="{A276375B-01F0-4882-A813-122412C6E425}" dt="2025-10-29T04:36:41.103" v="9475" actId="27636"/>
          <ac:spMkLst>
            <pc:docMk/>
            <pc:sldMk cId="295015439" sldId="308"/>
            <ac:spMk id="3" creationId="{24458B98-1FB6-E16E-5A26-C5532C6F8CC3}"/>
          </ac:spMkLst>
        </pc:spChg>
        <pc:picChg chg="add mod">
          <ac:chgData name="Thomas Lenz" userId="36309544027_tp_box_2" providerId="OAuth2" clId="{A276375B-01F0-4882-A813-122412C6E425}" dt="2025-10-29T05:15:28.537" v="10344" actId="1076"/>
          <ac:picMkLst>
            <pc:docMk/>
            <pc:sldMk cId="295015439" sldId="308"/>
            <ac:picMk id="24578" creationId="{B4939CDC-C8EC-557D-6FD6-B67B987A3259}"/>
          </ac:picMkLst>
        </pc:picChg>
        <pc:picChg chg="add mod">
          <ac:chgData name="Thomas Lenz" userId="36309544027_tp_box_2" providerId="OAuth2" clId="{A276375B-01F0-4882-A813-122412C6E425}" dt="2025-10-29T05:15:30.458" v="10345" actId="1076"/>
          <ac:picMkLst>
            <pc:docMk/>
            <pc:sldMk cId="295015439" sldId="308"/>
            <ac:picMk id="24580" creationId="{B75ACC47-D682-4370-3014-9A8D3A3DF884}"/>
          </ac:picMkLst>
        </pc:picChg>
      </pc:sldChg>
      <pc:sldChg chg="addSp delSp modSp add mod">
        <pc:chgData name="Thomas Lenz" userId="36309544027_tp_box_2" providerId="OAuth2" clId="{A276375B-01F0-4882-A813-122412C6E425}" dt="2025-10-29T04:35:51.923" v="9394" actId="1076"/>
        <pc:sldMkLst>
          <pc:docMk/>
          <pc:sldMk cId="2199117164" sldId="309"/>
        </pc:sldMkLst>
        <pc:spChg chg="mod">
          <ac:chgData name="Thomas Lenz" userId="36309544027_tp_box_2" providerId="OAuth2" clId="{A276375B-01F0-4882-A813-122412C6E425}" dt="2025-10-29T04:34:41.798" v="9293" actId="1076"/>
          <ac:spMkLst>
            <pc:docMk/>
            <pc:sldMk cId="2199117164" sldId="309"/>
            <ac:spMk id="2" creationId="{664F95E0-CE50-09F3-ED78-84CB28C0FE1D}"/>
          </ac:spMkLst>
        </pc:spChg>
        <pc:spChg chg="del">
          <ac:chgData name="Thomas Lenz" userId="36309544027_tp_box_2" providerId="OAuth2" clId="{A276375B-01F0-4882-A813-122412C6E425}" dt="2025-10-29T04:34:15.991" v="9282" actId="478"/>
          <ac:spMkLst>
            <pc:docMk/>
            <pc:sldMk cId="2199117164" sldId="309"/>
            <ac:spMk id="3" creationId="{3B8C882B-346A-6070-BD18-65CDDABC69B9}"/>
          </ac:spMkLst>
        </pc:spChg>
        <pc:spChg chg="add mod">
          <ac:chgData name="Thomas Lenz" userId="36309544027_tp_box_2" providerId="OAuth2" clId="{A276375B-01F0-4882-A813-122412C6E425}" dt="2025-10-29T04:35:42.470" v="9392" actId="27636"/>
          <ac:spMkLst>
            <pc:docMk/>
            <pc:sldMk cId="2199117164" sldId="309"/>
            <ac:spMk id="6" creationId="{E873D359-3C00-CB00-4A92-BA6CF3097CC0}"/>
          </ac:spMkLst>
        </pc:spChg>
        <pc:picChg chg="add mod">
          <ac:chgData name="Thomas Lenz" userId="36309544027_tp_box_2" providerId="OAuth2" clId="{A276375B-01F0-4882-A813-122412C6E425}" dt="2025-10-29T04:35:51.923" v="9394" actId="1076"/>
          <ac:picMkLst>
            <pc:docMk/>
            <pc:sldMk cId="2199117164" sldId="309"/>
            <ac:picMk id="5" creationId="{5A3BF5C0-3C99-B1CA-6F02-C37259497CAA}"/>
          </ac:picMkLst>
        </pc:picChg>
      </pc:sldChg>
      <pc:sldChg chg="addSp modSp new mod">
        <pc:chgData name="Thomas Lenz" userId="36309544027_tp_box_2" providerId="OAuth2" clId="{A276375B-01F0-4882-A813-122412C6E425}" dt="2025-10-29T05:08:52.778" v="10294" actId="20577"/>
        <pc:sldMkLst>
          <pc:docMk/>
          <pc:sldMk cId="1536205645" sldId="310"/>
        </pc:sldMkLst>
        <pc:spChg chg="mod">
          <ac:chgData name="Thomas Lenz" userId="36309544027_tp_box_2" providerId="OAuth2" clId="{A276375B-01F0-4882-A813-122412C6E425}" dt="2025-10-29T04:40:14.613" v="9673"/>
          <ac:spMkLst>
            <pc:docMk/>
            <pc:sldMk cId="1536205645" sldId="310"/>
            <ac:spMk id="2" creationId="{5E467548-64CE-D553-CC8D-4E1EE4F86438}"/>
          </ac:spMkLst>
        </pc:spChg>
        <pc:spChg chg="mod">
          <ac:chgData name="Thomas Lenz" userId="36309544027_tp_box_2" providerId="OAuth2" clId="{A276375B-01F0-4882-A813-122412C6E425}" dt="2025-10-29T05:08:52.778" v="10294" actId="20577"/>
          <ac:spMkLst>
            <pc:docMk/>
            <pc:sldMk cId="1536205645" sldId="310"/>
            <ac:spMk id="3" creationId="{97381007-FA91-C0C4-BD94-E14B77FB7CE2}"/>
          </ac:spMkLst>
        </pc:spChg>
        <pc:picChg chg="add mod modCrop">
          <ac:chgData name="Thomas Lenz" userId="36309544027_tp_box_2" providerId="OAuth2" clId="{A276375B-01F0-4882-A813-122412C6E425}" dt="2025-10-29T04:42:25.230" v="9737" actId="1076"/>
          <ac:picMkLst>
            <pc:docMk/>
            <pc:sldMk cId="1536205645" sldId="310"/>
            <ac:picMk id="4" creationId="{0A99CA40-072F-E594-7685-C0554449A213}"/>
          </ac:picMkLst>
        </pc:picChg>
        <pc:picChg chg="add mod">
          <ac:chgData name="Thomas Lenz" userId="36309544027_tp_box_2" providerId="OAuth2" clId="{A276375B-01F0-4882-A813-122412C6E425}" dt="2025-10-29T04:42:27.574" v="9739" actId="1076"/>
          <ac:picMkLst>
            <pc:docMk/>
            <pc:sldMk cId="1536205645" sldId="310"/>
            <ac:picMk id="19458" creationId="{C1DB0D8D-FB7A-91F1-E477-58FCD6130149}"/>
          </ac:picMkLst>
        </pc:picChg>
      </pc:sldChg>
      <pc:sldChg chg="addSp delSp modSp add mod">
        <pc:chgData name="Thomas Lenz" userId="36309544027_tp_box_2" providerId="OAuth2" clId="{A276375B-01F0-4882-A813-122412C6E425}" dt="2025-10-29T04:58:03.690" v="10244" actId="20577"/>
        <pc:sldMkLst>
          <pc:docMk/>
          <pc:sldMk cId="1020773086" sldId="311"/>
        </pc:sldMkLst>
        <pc:spChg chg="mod">
          <ac:chgData name="Thomas Lenz" userId="36309544027_tp_box_2" providerId="OAuth2" clId="{A276375B-01F0-4882-A813-122412C6E425}" dt="2025-10-29T04:53:32.372" v="10004" actId="20577"/>
          <ac:spMkLst>
            <pc:docMk/>
            <pc:sldMk cId="1020773086" sldId="311"/>
            <ac:spMk id="2" creationId="{725CC5AE-74A5-0978-DDFB-04621662DF88}"/>
          </ac:spMkLst>
        </pc:spChg>
        <pc:spChg chg="mod">
          <ac:chgData name="Thomas Lenz" userId="36309544027_tp_box_2" providerId="OAuth2" clId="{A276375B-01F0-4882-A813-122412C6E425}" dt="2025-10-29T04:58:03.690" v="10244" actId="20577"/>
          <ac:spMkLst>
            <pc:docMk/>
            <pc:sldMk cId="1020773086" sldId="311"/>
            <ac:spMk id="3" creationId="{C09DD8F9-C922-AFA0-9CE2-EA27968A6C64}"/>
          </ac:spMkLst>
        </pc:spChg>
        <pc:picChg chg="del">
          <ac:chgData name="Thomas Lenz" userId="36309544027_tp_box_2" providerId="OAuth2" clId="{A276375B-01F0-4882-A813-122412C6E425}" dt="2025-10-29T04:42:01.812" v="9714" actId="478"/>
          <ac:picMkLst>
            <pc:docMk/>
            <pc:sldMk cId="1020773086" sldId="311"/>
            <ac:picMk id="4" creationId="{9F63EAE9-E5BD-8443-1F48-71C9D0B3D1B9}"/>
          </ac:picMkLst>
        </pc:picChg>
        <pc:picChg chg="del">
          <ac:chgData name="Thomas Lenz" userId="36309544027_tp_box_2" providerId="OAuth2" clId="{A276375B-01F0-4882-A813-122412C6E425}" dt="2025-10-29T04:42:01.812" v="9714" actId="478"/>
          <ac:picMkLst>
            <pc:docMk/>
            <pc:sldMk cId="1020773086" sldId="311"/>
            <ac:picMk id="19458" creationId="{C517D938-530B-F4F2-7EC4-9A59C3D99FBA}"/>
          </ac:picMkLst>
        </pc:picChg>
        <pc:picChg chg="add mod">
          <ac:chgData name="Thomas Lenz" userId="36309544027_tp_box_2" providerId="OAuth2" clId="{A276375B-01F0-4882-A813-122412C6E425}" dt="2025-10-29T04:43:30.317" v="9799" actId="14100"/>
          <ac:picMkLst>
            <pc:docMk/>
            <pc:sldMk cId="1020773086" sldId="311"/>
            <ac:picMk id="20482" creationId="{510BEE29-6A4E-A0F2-0920-4CA7997DCBB4}"/>
          </ac:picMkLst>
        </pc:picChg>
      </pc:sldChg>
      <pc:sldChg chg="addSp delSp modSp add mod">
        <pc:chgData name="Thomas Lenz" userId="36309544027_tp_box_2" providerId="OAuth2" clId="{A276375B-01F0-4882-A813-122412C6E425}" dt="2025-10-29T05:04:54.361" v="10251" actId="20577"/>
        <pc:sldMkLst>
          <pc:docMk/>
          <pc:sldMk cId="390417700" sldId="312"/>
        </pc:sldMkLst>
        <pc:spChg chg="mod">
          <ac:chgData name="Thomas Lenz" userId="36309544027_tp_box_2" providerId="OAuth2" clId="{A276375B-01F0-4882-A813-122412C6E425}" dt="2025-10-29T05:04:54.361" v="10251" actId="20577"/>
          <ac:spMkLst>
            <pc:docMk/>
            <pc:sldMk cId="390417700" sldId="312"/>
            <ac:spMk id="2" creationId="{92C0DFD1-4916-4907-AC1B-DA89D87A9BC6}"/>
          </ac:spMkLst>
        </pc:spChg>
        <pc:spChg chg="del mod">
          <ac:chgData name="Thomas Lenz" userId="36309544027_tp_box_2" providerId="OAuth2" clId="{A276375B-01F0-4882-A813-122412C6E425}" dt="2025-10-29T04:44:02.829" v="9809" actId="478"/>
          <ac:spMkLst>
            <pc:docMk/>
            <pc:sldMk cId="390417700" sldId="312"/>
            <ac:spMk id="3" creationId="{65E46309-22E8-AD6A-A337-232594B1D1CC}"/>
          </ac:spMkLst>
        </pc:spChg>
        <pc:spChg chg="add mod">
          <ac:chgData name="Thomas Lenz" userId="36309544027_tp_box_2" providerId="OAuth2" clId="{A276375B-01F0-4882-A813-122412C6E425}" dt="2025-10-29T04:57:59.838" v="10242" actId="1076"/>
          <ac:spMkLst>
            <pc:docMk/>
            <pc:sldMk cId="390417700" sldId="312"/>
            <ac:spMk id="4" creationId="{FA72FC26-1DD7-5BFF-9411-8D7368C88D70}"/>
          </ac:spMkLst>
        </pc:spChg>
        <pc:picChg chg="del">
          <ac:chgData name="Thomas Lenz" userId="36309544027_tp_box_2" providerId="OAuth2" clId="{A276375B-01F0-4882-A813-122412C6E425}" dt="2025-10-29T04:44:04.389" v="9810" actId="478"/>
          <ac:picMkLst>
            <pc:docMk/>
            <pc:sldMk cId="390417700" sldId="312"/>
            <ac:picMk id="20482" creationId="{6DBF08C7-B9F1-EF03-1DCE-D64DDF353F67}"/>
          </ac:picMkLst>
        </pc:picChg>
        <pc:picChg chg="add mod">
          <ac:chgData name="Thomas Lenz" userId="36309544027_tp_box_2" providerId="OAuth2" clId="{A276375B-01F0-4882-A813-122412C6E425}" dt="2025-10-29T04:57:53.684" v="10241" actId="1076"/>
          <ac:picMkLst>
            <pc:docMk/>
            <pc:sldMk cId="390417700" sldId="312"/>
            <ac:picMk id="21506" creationId="{4D0C4BC3-D538-CC43-A35E-6E998640C7FF}"/>
          </ac:picMkLst>
        </pc:picChg>
      </pc:sldChg>
      <pc:sldChg chg="delSp modSp new mod">
        <pc:chgData name="Thomas Lenz" userId="36309544027_tp_box_2" providerId="OAuth2" clId="{A276375B-01F0-4882-A813-122412C6E425}" dt="2025-10-29T05:06:38.107" v="10271" actId="1076"/>
        <pc:sldMkLst>
          <pc:docMk/>
          <pc:sldMk cId="589097466" sldId="313"/>
        </pc:sldMkLst>
        <pc:spChg chg="mod">
          <ac:chgData name="Thomas Lenz" userId="36309544027_tp_box_2" providerId="OAuth2" clId="{A276375B-01F0-4882-A813-122412C6E425}" dt="2025-10-29T05:06:38.107" v="10271" actId="1076"/>
          <ac:spMkLst>
            <pc:docMk/>
            <pc:sldMk cId="589097466" sldId="313"/>
            <ac:spMk id="2" creationId="{4B209A72-A863-A399-8209-5F602812C60F}"/>
          </ac:spMkLst>
        </pc:spChg>
        <pc:spChg chg="del">
          <ac:chgData name="Thomas Lenz" userId="36309544027_tp_box_2" providerId="OAuth2" clId="{A276375B-01F0-4882-A813-122412C6E425}" dt="2025-10-29T05:06:35.332" v="10270" actId="478"/>
          <ac:spMkLst>
            <pc:docMk/>
            <pc:sldMk cId="589097466" sldId="313"/>
            <ac:spMk id="3" creationId="{EE664781-6752-17D9-323D-08BA74B87A4B}"/>
          </ac:spMkLst>
        </pc:spChg>
      </pc:sldChg>
      <pc:sldChg chg="modSp add mod ord">
        <pc:chgData name="Thomas Lenz" userId="36309544027_tp_box_2" providerId="OAuth2" clId="{A276375B-01F0-4882-A813-122412C6E425}" dt="2025-10-29T05:07:17.963" v="10291" actId="1076"/>
        <pc:sldMkLst>
          <pc:docMk/>
          <pc:sldMk cId="309518944" sldId="314"/>
        </pc:sldMkLst>
        <pc:spChg chg="mod">
          <ac:chgData name="Thomas Lenz" userId="36309544027_tp_box_2" providerId="OAuth2" clId="{A276375B-01F0-4882-A813-122412C6E425}" dt="2025-10-29T05:07:17.963" v="10291" actId="1076"/>
          <ac:spMkLst>
            <pc:docMk/>
            <pc:sldMk cId="309518944" sldId="314"/>
            <ac:spMk id="4" creationId="{2B4D52B2-94A8-45EB-FDC8-11EF2B438221}"/>
          </ac:spMkLst>
        </pc:spChg>
      </pc:sldChg>
      <pc:sldChg chg="addSp delSp modSp new mod">
        <pc:chgData name="Thomas Lenz" userId="36309544027_tp_box_2" providerId="OAuth2" clId="{A276375B-01F0-4882-A813-122412C6E425}" dt="2025-10-29T05:17:18.354" v="10383" actId="14100"/>
        <pc:sldMkLst>
          <pc:docMk/>
          <pc:sldMk cId="2166763898" sldId="315"/>
        </pc:sldMkLst>
        <pc:spChg chg="del mod">
          <ac:chgData name="Thomas Lenz" userId="36309544027_tp_box_2" providerId="OAuth2" clId="{A276375B-01F0-4882-A813-122412C6E425}" dt="2025-10-29T05:16:43.910" v="10374" actId="478"/>
          <ac:spMkLst>
            <pc:docMk/>
            <pc:sldMk cId="2166763898" sldId="315"/>
            <ac:spMk id="2" creationId="{D7923594-5FBE-3D08-8202-1F736BBC686E}"/>
          </ac:spMkLst>
        </pc:spChg>
        <pc:spChg chg="del">
          <ac:chgData name="Thomas Lenz" userId="36309544027_tp_box_2" providerId="OAuth2" clId="{A276375B-01F0-4882-A813-122412C6E425}" dt="2025-10-29T05:16:41.284" v="10373" actId="478"/>
          <ac:spMkLst>
            <pc:docMk/>
            <pc:sldMk cId="2166763898" sldId="315"/>
            <ac:spMk id="3" creationId="{96401012-38D8-C730-921F-9C22C581CBBC}"/>
          </ac:spMkLst>
        </pc:spChg>
        <pc:spChg chg="add del mod">
          <ac:chgData name="Thomas Lenz" userId="36309544027_tp_box_2" providerId="OAuth2" clId="{A276375B-01F0-4882-A813-122412C6E425}" dt="2025-10-29T05:16:45.962" v="10375" actId="478"/>
          <ac:spMkLst>
            <pc:docMk/>
            <pc:sldMk cId="2166763898" sldId="315"/>
            <ac:spMk id="5" creationId="{7D9A0F21-608B-558A-0527-B2794BFE741A}"/>
          </ac:spMkLst>
        </pc:spChg>
        <pc:picChg chg="add mod">
          <ac:chgData name="Thomas Lenz" userId="36309544027_tp_box_2" providerId="OAuth2" clId="{A276375B-01F0-4882-A813-122412C6E425}" dt="2025-10-29T05:17:18.354" v="10383" actId="14100"/>
          <ac:picMkLst>
            <pc:docMk/>
            <pc:sldMk cId="2166763898" sldId="315"/>
            <ac:picMk id="25602" creationId="{8A56B5BB-4163-A00E-E6FD-36E8772ECF7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E861C-486B-4E18-A0E9-A790238A915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11066-0135-4CAA-8AD4-89A97190AC0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811066-0135-4CAA-8AD4-89A97190AC0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2BAB4-8B8D-41DD-85C7-81A0CA96200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HFES Student Chapter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🎃🦇👻TRIVIA NIGHT👻🦇🎃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1E68A-3F07-05E4-1F43-E00FBE25A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How this will work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70611-6884-6F26-3C00-C33B9B3BA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6 rounds</a:t>
            </a:r>
          </a:p>
          <a:p>
            <a:pPr lvl="1"/>
            <a:r>
              <a:rPr lang="en-US" dirty="0">
                <a:ea typeface="Calibri"/>
                <a:cs typeface="Calibri"/>
              </a:rPr>
              <a:t>Assign 1/3/5 pts for first half, 2/4/6 second half</a:t>
            </a:r>
          </a:p>
          <a:p>
            <a:r>
              <a:rPr lang="en-US" dirty="0">
                <a:ea typeface="Calibri"/>
                <a:cs typeface="Calibri"/>
              </a:rPr>
              <a:t>Bonus round</a:t>
            </a:r>
          </a:p>
          <a:p>
            <a:pPr lvl="1"/>
            <a:r>
              <a:rPr lang="en-US" dirty="0">
                <a:ea typeface="Calibri"/>
                <a:cs typeface="Calibri"/>
              </a:rPr>
              <a:t>2 pts each, 2 pt bonus for all 10</a:t>
            </a:r>
          </a:p>
          <a:p>
            <a:r>
              <a:rPr lang="en-US" dirty="0">
                <a:ea typeface="Calibri"/>
                <a:cs typeface="Calibri"/>
              </a:rPr>
              <a:t>Final question 7 pt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Honor code: keep phones away, grade yourself</a:t>
            </a: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8542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9A4D5-9DCE-443F-B88C-7DBA945DF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6A844-373A-8A50-C1AE-8E0A4372C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Let's do this!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257E7-1257-B43B-6F36-45859FE2A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Split into groups of 2-4</a:t>
            </a:r>
            <a:endParaRPr lang="en-US" dirty="0"/>
          </a:p>
          <a:p>
            <a:r>
              <a:rPr lang="en-US" dirty="0">
                <a:ea typeface="Calibri"/>
                <a:cs typeface="Calibri"/>
              </a:rPr>
              <a:t>+1 point per unique PhD, Master, Undergrad</a:t>
            </a:r>
          </a:p>
          <a:p>
            <a:r>
              <a:rPr lang="en-US" dirty="0">
                <a:ea typeface="Calibri"/>
                <a:cs typeface="Calibri"/>
              </a:rPr>
              <a:t>Come up with funny team name</a:t>
            </a: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3679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31833-FA9B-B33C-DCCF-96E5378EC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Round 1: Individual Differences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8057B-9102-E7DC-FA80-5C5A5B196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883498" cy="4525963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dirty="0"/>
              <a:t>People are not all the same</a:t>
            </a:r>
          </a:p>
          <a:p>
            <a:pPr>
              <a:spcBef>
                <a:spcPts val="1800"/>
              </a:spcBef>
            </a:pPr>
            <a:r>
              <a:rPr lang="en-US" dirty="0"/>
              <a:t>People are not all like a designer</a:t>
            </a:r>
          </a:p>
          <a:p>
            <a:pPr>
              <a:spcBef>
                <a:spcPts val="1800"/>
              </a:spcBef>
            </a:pPr>
            <a:r>
              <a:rPr lang="en-US" dirty="0"/>
              <a:t>Even designing for the average can exclude most</a:t>
            </a:r>
          </a:p>
          <a:p>
            <a:pPr>
              <a:spcBef>
                <a:spcPts val="1800"/>
              </a:spcBef>
            </a:pPr>
            <a:r>
              <a:rPr lang="en-US" dirty="0"/>
              <a:t>Trivia!</a:t>
            </a:r>
          </a:p>
        </p:txBody>
      </p:sp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3E4E345C-D6C7-CE06-0C82-FEE5BC2ED7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0000" r="3078"/>
          <a:stretch>
            <a:fillRect/>
          </a:stretch>
        </p:blipFill>
        <p:spPr bwMode="auto">
          <a:xfrm>
            <a:off x="6340698" y="3515309"/>
            <a:ext cx="2346102" cy="2941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2768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EFBD2-3263-C52D-179C-B8FEAC164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624"/>
            <a:ext cx="8229600" cy="15008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Genetic differences make some people perceive cilantro to taste like what?</a:t>
            </a:r>
            <a:endParaRPr lang="en-US" dirty="0"/>
          </a:p>
        </p:txBody>
      </p:sp>
      <p:pic>
        <p:nvPicPr>
          <p:cNvPr id="3074" name="Picture 2" descr="Cilantro Information and Facts">
            <a:extLst>
              <a:ext uri="{FF2B5EF4-FFF2-40B4-BE49-F238E27FC236}">
                <a16:creationId xmlns:a16="http://schemas.microsoft.com/office/drawing/2014/main" id="{19ACB46B-77AE-335F-71C3-F95F337FA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049" y="2111235"/>
            <a:ext cx="6601902" cy="3959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6698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5F403-2DF8-5C4B-E745-DFBF6E96E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0528"/>
            <a:ext cx="8229600" cy="29479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Slop-workers, slop-shops, and slop-sellers were names for producers of what individualized good, which began mass production during the War of 1812 and saw further growth in popularity during and after the Civil War?</a:t>
            </a:r>
            <a:endParaRPr lang="en-US" dirty="0"/>
          </a:p>
        </p:txBody>
      </p:sp>
      <p:pic>
        <p:nvPicPr>
          <p:cNvPr id="4098" name="Picture 2" descr="A Quick Look At The Major Battles of The Civil War - HubPages">
            <a:extLst>
              <a:ext uri="{FF2B5EF4-FFF2-40B4-BE49-F238E27FC236}">
                <a16:creationId xmlns:a16="http://schemas.microsoft.com/office/drawing/2014/main" id="{4834EACC-587F-5595-A608-09DE7F298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401" y="3429000"/>
            <a:ext cx="2583198" cy="2503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1413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B2611-64E8-B5C1-7FB1-054A13880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8722"/>
            <a:ext cx="8229600" cy="19301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About how many times as tall is the tallest person ever compared to the shortest person ever? (+/- 0.5 times)</a:t>
            </a:r>
            <a:endParaRPr lang="en-US" dirty="0"/>
          </a:p>
        </p:txBody>
      </p:sp>
      <p:pic>
        <p:nvPicPr>
          <p:cNvPr id="5122" name="Picture 2" descr="Are Elephants Really Afraid of Mice? | Live Science">
            <a:extLst>
              <a:ext uri="{FF2B5EF4-FFF2-40B4-BE49-F238E27FC236}">
                <a16:creationId xmlns:a16="http://schemas.microsoft.com/office/drawing/2014/main" id="{AFFE3AC0-53FC-B726-E46C-275EB001F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21" y="2366213"/>
            <a:ext cx="5400758" cy="3644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8337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E48D4-5C93-2D35-F44C-EBB3F9C91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4B2D6-A860-3D71-88F2-C1B0E1B1B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Round 1: Individual Differences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DA486-7A74-9C97-D722-16A115904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154063" cy="4525963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dirty="0"/>
              <a:t>Write down your answers!</a:t>
            </a:r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                            </a:t>
            </a:r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					Ready?</a:t>
            </a:r>
          </a:p>
        </p:txBody>
      </p:sp>
    </p:spTree>
    <p:extLst>
      <p:ext uri="{BB962C8B-B14F-4D97-AF65-F5344CB8AC3E}">
        <p14:creationId xmlns:p14="http://schemas.microsoft.com/office/powerpoint/2010/main" val="1019720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78E9F-D6E6-F2F2-EE6F-6E27327F3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3A91D-4797-12E0-7FD3-D61901611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624"/>
            <a:ext cx="8229600" cy="15008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Genetic differences make some people perceive cilantro to taste like </a:t>
            </a:r>
            <a:r>
              <a:rPr lang="en-US" b="1" dirty="0">
                <a:ea typeface="Calibri"/>
                <a:cs typeface="Calibri"/>
              </a:rPr>
              <a:t>soap</a:t>
            </a:r>
            <a:r>
              <a:rPr lang="en-US" dirty="0">
                <a:ea typeface="Calibri"/>
                <a:cs typeface="Calibri"/>
              </a:rPr>
              <a:t>!</a:t>
            </a:r>
            <a:endParaRPr lang="en-US" dirty="0"/>
          </a:p>
        </p:txBody>
      </p:sp>
      <p:pic>
        <p:nvPicPr>
          <p:cNvPr id="3074" name="Picture 2" descr="Cilantro Information and Facts">
            <a:extLst>
              <a:ext uri="{FF2B5EF4-FFF2-40B4-BE49-F238E27FC236}">
                <a16:creationId xmlns:a16="http://schemas.microsoft.com/office/drawing/2014/main" id="{8C480328-F843-3486-D5E8-B0A0B4D23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8800"/>
            <a:ext cx="3745240" cy="2246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C590591B-AE65-529B-BBAA-69A3EAF9441F}"/>
              </a:ext>
            </a:extLst>
          </p:cNvPr>
          <p:cNvSpPr/>
          <p:nvPr/>
        </p:nvSpPr>
        <p:spPr>
          <a:xfrm>
            <a:off x="4572000" y="270962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8" name="Picture 6" descr="Moisturizing Bar Soap">
            <a:extLst>
              <a:ext uri="{FF2B5EF4-FFF2-40B4-BE49-F238E27FC236}">
                <a16:creationId xmlns:a16="http://schemas.microsoft.com/office/drawing/2014/main" id="{AE6BF291-E091-EA76-7A31-C3D6F8851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541" y="1880379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3AB58E0-E31F-3ADA-057B-FE731AB6BF26}"/>
              </a:ext>
            </a:extLst>
          </p:cNvPr>
          <p:cNvSpPr txBox="1">
            <a:spLocks/>
          </p:cNvSpPr>
          <p:nvPr/>
        </p:nvSpPr>
        <p:spPr>
          <a:xfrm>
            <a:off x="248603" y="4306626"/>
            <a:ext cx="8154063" cy="16518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</a:pPr>
            <a:r>
              <a:rPr lang="en-US" dirty="0"/>
              <a:t>OR6A2 gene</a:t>
            </a:r>
          </a:p>
          <a:p>
            <a:pPr>
              <a:spcBef>
                <a:spcPts val="1800"/>
              </a:spcBef>
            </a:pPr>
            <a:r>
              <a:rPr lang="en-US" dirty="0"/>
              <a:t>~10% of US population</a:t>
            </a:r>
          </a:p>
        </p:txBody>
      </p:sp>
    </p:spTree>
    <p:extLst>
      <p:ext uri="{BB962C8B-B14F-4D97-AF65-F5344CB8AC3E}">
        <p14:creationId xmlns:p14="http://schemas.microsoft.com/office/powerpoint/2010/main" val="1244424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A5EF4-E0F6-0768-7A87-4A5E2569D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DA754-008A-F474-E56E-F6BA87632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0528"/>
            <a:ext cx="8229600" cy="29479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Slop-workers, slop-shops, and slop-sellers produced </a:t>
            </a:r>
            <a:r>
              <a:rPr lang="en-US" b="1" dirty="0">
                <a:ea typeface="Calibri"/>
                <a:cs typeface="Calibri"/>
              </a:rPr>
              <a:t>clothes</a:t>
            </a:r>
            <a:r>
              <a:rPr lang="en-US" dirty="0">
                <a:ea typeface="Calibri"/>
                <a:cs typeface="Calibri"/>
              </a:rPr>
              <a:t>!</a:t>
            </a:r>
            <a:endParaRPr lang="en-US" dirty="0"/>
          </a:p>
        </p:txBody>
      </p:sp>
      <p:pic>
        <p:nvPicPr>
          <p:cNvPr id="4098" name="Picture 2" descr="A Quick Look At The Major Battles of The Civil War - HubPages">
            <a:extLst>
              <a:ext uri="{FF2B5EF4-FFF2-40B4-BE49-F238E27FC236}">
                <a16:creationId xmlns:a16="http://schemas.microsoft.com/office/drawing/2014/main" id="{F7888FA1-F34D-7A01-5C40-80EBAB814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911" y="4295692"/>
            <a:ext cx="2583198" cy="2503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93E10E-EF17-4119-95BB-9E30169DF5C4}"/>
              </a:ext>
            </a:extLst>
          </p:cNvPr>
          <p:cNvSpPr txBox="1">
            <a:spLocks/>
          </p:cNvSpPr>
          <p:nvPr/>
        </p:nvSpPr>
        <p:spPr>
          <a:xfrm>
            <a:off x="169091" y="1905332"/>
            <a:ext cx="5595606" cy="45908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</a:pPr>
            <a:r>
              <a:rPr lang="en-US" sz="2800" dirty="0"/>
              <a:t>Standardization and ready-to-wear sizes slowly replaced tailors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Originally a sailing term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Early clothes ill-fitting (“Slops”)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Important in Civil War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Identification, protection from elements, morale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Union advantage early in the war</a:t>
            </a:r>
          </a:p>
        </p:txBody>
      </p:sp>
      <p:pic>
        <p:nvPicPr>
          <p:cNvPr id="7170" name="Picture 2" descr="Sailor Slops">
            <a:extLst>
              <a:ext uri="{FF2B5EF4-FFF2-40B4-BE49-F238E27FC236}">
                <a16:creationId xmlns:a16="http://schemas.microsoft.com/office/drawing/2014/main" id="{87BD2BEA-E118-3F75-13CF-2491AFB305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1" r="19453"/>
          <a:stretch>
            <a:fillRect/>
          </a:stretch>
        </p:blipFill>
        <p:spPr bwMode="auto">
          <a:xfrm>
            <a:off x="6786926" y="1185244"/>
            <a:ext cx="1678349" cy="273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2004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15034-0C69-F5A3-DC11-79954EEB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C02D0-D5F7-11EA-1784-827621E49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8723"/>
            <a:ext cx="8229600" cy="1143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The tallest person ever is about </a:t>
            </a:r>
            <a:r>
              <a:rPr lang="en-US" b="1" dirty="0">
                <a:ea typeface="Calibri"/>
                <a:cs typeface="Calibri"/>
              </a:rPr>
              <a:t>5 times</a:t>
            </a:r>
            <a:r>
              <a:rPr lang="en-US" dirty="0">
                <a:ea typeface="Calibri"/>
                <a:cs typeface="Calibri"/>
              </a:rPr>
              <a:t> as tall as the shortest person ever!</a:t>
            </a:r>
            <a:endParaRPr lang="en-US" dirty="0"/>
          </a:p>
        </p:txBody>
      </p:sp>
      <p:pic>
        <p:nvPicPr>
          <p:cNvPr id="6146" name="Picture 2" descr="Nepalese man named shortest person ever">
            <a:extLst>
              <a:ext uri="{FF2B5EF4-FFF2-40B4-BE49-F238E27FC236}">
                <a16:creationId xmlns:a16="http://schemas.microsoft.com/office/drawing/2014/main" id="{2324D53B-879F-1938-69A9-93D8DB41B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773" y="1552492"/>
            <a:ext cx="2818321" cy="2113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No photo description available.">
            <a:extLst>
              <a:ext uri="{FF2B5EF4-FFF2-40B4-BE49-F238E27FC236}">
                <a16:creationId xmlns:a16="http://schemas.microsoft.com/office/drawing/2014/main" id="{8B5BE5F1-9ACB-2E18-077D-EECD13F74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860" y="1557221"/>
            <a:ext cx="3506940" cy="460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B5C63C-0BC5-60D3-50FB-0F8645F20726}"/>
              </a:ext>
            </a:extLst>
          </p:cNvPr>
          <p:cNvSpPr txBox="1">
            <a:spLocks/>
          </p:cNvSpPr>
          <p:nvPr/>
        </p:nvSpPr>
        <p:spPr>
          <a:xfrm>
            <a:off x="7251588" y="6189428"/>
            <a:ext cx="891873" cy="613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800"/>
              </a:spcBef>
              <a:buNone/>
            </a:pPr>
            <a:r>
              <a:rPr lang="en-US" sz="2400" dirty="0"/>
              <a:t>8’11”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C1D8B6-E994-D381-7262-C23337F39710}"/>
              </a:ext>
            </a:extLst>
          </p:cNvPr>
          <p:cNvSpPr txBox="1">
            <a:spLocks/>
          </p:cNvSpPr>
          <p:nvPr/>
        </p:nvSpPr>
        <p:spPr>
          <a:xfrm>
            <a:off x="3425054" y="3666233"/>
            <a:ext cx="891873" cy="61357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800"/>
              </a:spcBef>
              <a:buNone/>
            </a:pPr>
            <a:r>
              <a:rPr lang="en-US" sz="2400" dirty="0"/>
              <a:t>1’9.5”</a:t>
            </a:r>
          </a:p>
        </p:txBody>
      </p:sp>
      <p:pic>
        <p:nvPicPr>
          <p:cNvPr id="6150" name="Picture 6" descr="95 Percentile and 5 Percentile Male and Female">
            <a:extLst>
              <a:ext uri="{FF2B5EF4-FFF2-40B4-BE49-F238E27FC236}">
                <a16:creationId xmlns:a16="http://schemas.microsoft.com/office/drawing/2014/main" id="{79714056-845F-4278-B676-285C81AA6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44" y="4183515"/>
            <a:ext cx="3020119" cy="185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B84A88E-4EBA-E9B2-F9D4-2D6268D58D4F}"/>
              </a:ext>
            </a:extLst>
          </p:cNvPr>
          <p:cNvSpPr txBox="1">
            <a:spLocks/>
          </p:cNvSpPr>
          <p:nvPr/>
        </p:nvSpPr>
        <p:spPr>
          <a:xfrm>
            <a:off x="11263" y="6156479"/>
            <a:ext cx="4719763" cy="61357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800"/>
              </a:spcBef>
              <a:buNone/>
            </a:pPr>
            <a:r>
              <a:rPr lang="en-US" sz="2400" dirty="0"/>
              <a:t>About 12” difference (20%) between 5% Female and 95% Male</a:t>
            </a:r>
          </a:p>
        </p:txBody>
      </p:sp>
    </p:spTree>
    <p:extLst>
      <p:ext uri="{BB962C8B-B14F-4D97-AF65-F5344CB8AC3E}">
        <p14:creationId xmlns:p14="http://schemas.microsoft.com/office/powerpoint/2010/main" val="870754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4ED5B-4705-EFE7-5F5E-2AE92747E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D460E-F9BF-DA35-6526-9593D8045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Calibri"/>
                <a:cs typeface="Calibri"/>
              </a:rPr>
              <a:t>Round 2: You Give Product a Bad Name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13E1E-9076-21CE-466B-212E77551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528268" cy="4525963"/>
          </a:xfrm>
        </p:spPr>
        <p:txBody>
          <a:bodyPr/>
          <a:lstStyle/>
          <a:p>
            <a:r>
              <a:rPr lang="en-US" dirty="0"/>
              <a:t>Names matter</a:t>
            </a:r>
          </a:p>
          <a:p>
            <a:pPr lvl="1"/>
            <a:r>
              <a:rPr lang="en-US" dirty="0"/>
              <a:t>Purchasing intent</a:t>
            </a:r>
          </a:p>
          <a:p>
            <a:pPr lvl="1"/>
            <a:r>
              <a:rPr lang="en-US" dirty="0"/>
              <a:t>Communicate function</a:t>
            </a:r>
          </a:p>
          <a:p>
            <a:r>
              <a:rPr lang="en-US" dirty="0"/>
              <a:t>When bad, obscure the product</a:t>
            </a:r>
          </a:p>
          <a:p>
            <a:pPr lvl="1"/>
            <a:endParaRPr lang="en-US" dirty="0"/>
          </a:p>
        </p:txBody>
      </p:sp>
      <p:pic>
        <p:nvPicPr>
          <p:cNvPr id="11266" name="Picture 2" descr="35 of The Most Hilarious Product Name Fails That Ever Happened - CheezCake  - Parenting | Relationships | Food | Lifestyle">
            <a:extLst>
              <a:ext uri="{FF2B5EF4-FFF2-40B4-BE49-F238E27FC236}">
                <a16:creationId xmlns:a16="http://schemas.microsoft.com/office/drawing/2014/main" id="{D3165E86-38CC-1453-EBB6-419AA007C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475" y="1253921"/>
            <a:ext cx="3355450" cy="1761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20 Worst Food Names : r/funny">
            <a:extLst>
              <a:ext uri="{FF2B5EF4-FFF2-40B4-BE49-F238E27FC236}">
                <a16:creationId xmlns:a16="http://schemas.microsoft.com/office/drawing/2014/main" id="{12805240-00A2-773D-C2A2-4F6987FC61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445"/>
          <a:stretch>
            <a:fillRect/>
          </a:stretch>
        </p:blipFill>
        <p:spPr bwMode="auto">
          <a:xfrm>
            <a:off x="6305383" y="3134625"/>
            <a:ext cx="2568272" cy="1457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Terrible Brand Names &amp; Their Packaging ...">
            <a:extLst>
              <a:ext uri="{FF2B5EF4-FFF2-40B4-BE49-F238E27FC236}">
                <a16:creationId xmlns:a16="http://schemas.microsoft.com/office/drawing/2014/main" id="{22BF8EA3-49A5-6691-D435-6950B2E67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222" y="4885585"/>
            <a:ext cx="1725433" cy="161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2" name="Picture 8" descr="35 of The Most Hilarious Product Name Fails That Ever Happened - CheezCake  - Parenting | Relationships | Food | Lifestyle">
            <a:extLst>
              <a:ext uri="{FF2B5EF4-FFF2-40B4-BE49-F238E27FC236}">
                <a16:creationId xmlns:a16="http://schemas.microsoft.com/office/drawing/2014/main" id="{602BD000-A27E-B385-4703-7E029D8FA0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4" t="2307" r="6511" b="1201"/>
          <a:stretch>
            <a:fillRect/>
          </a:stretch>
        </p:blipFill>
        <p:spPr bwMode="auto">
          <a:xfrm>
            <a:off x="5351228" y="4758268"/>
            <a:ext cx="1542553" cy="143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4" name="Picture 10" descr="Product Name Fails You Won't Believe">
            <a:extLst>
              <a:ext uri="{FF2B5EF4-FFF2-40B4-BE49-F238E27FC236}">
                <a16:creationId xmlns:a16="http://schemas.microsoft.com/office/drawing/2014/main" id="{860CCF8F-64F3-7559-4251-F81FE5D2B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021" y="4956410"/>
            <a:ext cx="2962275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8033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A1B2B-6F13-9554-C41F-204C5897B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"/>
            <a:ext cx="8229600" cy="12463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What household object was patented by 1970 as an “</a:t>
            </a:r>
            <a:r>
              <a:rPr lang="en-US" dirty="0">
                <a:ea typeface="+mn-lt"/>
                <a:cs typeface="+mn-lt"/>
              </a:rPr>
              <a:t>X-Y Position Indicator”?</a:t>
            </a:r>
            <a:endParaRPr lang="en-US" dirty="0"/>
          </a:p>
        </p:txBody>
      </p:sp>
      <p:pic>
        <p:nvPicPr>
          <p:cNvPr id="10242" name="Picture 2" descr="The Cartesian Coordinate System | Cartesian Graph &amp; Examples - Lesson |  Study.com">
            <a:extLst>
              <a:ext uri="{FF2B5EF4-FFF2-40B4-BE49-F238E27FC236}">
                <a16:creationId xmlns:a16="http://schemas.microsoft.com/office/drawing/2014/main" id="{E26F94D4-4B56-73D5-972F-FCA8D19C9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675" y="1981200"/>
            <a:ext cx="291465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928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3D489-8388-391B-A552-88338B882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3063"/>
            <a:ext cx="8229600" cy="6977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What does Google's "I'm feeling lucky" do?</a:t>
            </a:r>
            <a:endParaRPr lang="en-US" dirty="0"/>
          </a:p>
        </p:txBody>
      </p:sp>
      <p:pic>
        <p:nvPicPr>
          <p:cNvPr id="12290" name="Picture 2" descr="The Lucky 4-Leaf Clover: Facts and Myths">
            <a:extLst>
              <a:ext uri="{FF2B5EF4-FFF2-40B4-BE49-F238E27FC236}">
                <a16:creationId xmlns:a16="http://schemas.microsoft.com/office/drawing/2014/main" id="{540DDBDA-1627-2D1F-B492-C7DCE19B0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1938" y="4615318"/>
            <a:ext cx="25146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How to use Google's I'm Feeling Lucky Button">
            <a:extLst>
              <a:ext uri="{FF2B5EF4-FFF2-40B4-BE49-F238E27FC236}">
                <a16:creationId xmlns:a16="http://schemas.microsoft.com/office/drawing/2014/main" id="{934AC6ED-E546-D97F-58E6-062A7355E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768" y="1505984"/>
            <a:ext cx="4795631" cy="2454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8" name="Picture 10" descr="Lucky | Bluey Wiki | Fandom">
            <a:extLst>
              <a:ext uri="{FF2B5EF4-FFF2-40B4-BE49-F238E27FC236}">
                <a16:creationId xmlns:a16="http://schemas.microsoft.com/office/drawing/2014/main" id="{C8220F84-8742-15B9-FCD6-F30DF97AB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6217" y="1197874"/>
            <a:ext cx="1647825" cy="27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7275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CFCC9-9996-A437-C7AC-4206F5454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1835"/>
            <a:ext cx="8229600" cy="11430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What kind of consumer tech is the "</a:t>
            </a:r>
            <a:r>
              <a:rPr lang="en-US" dirty="0">
                <a:ea typeface="+mn-lt"/>
                <a:cs typeface="+mn-lt"/>
              </a:rPr>
              <a:t>Grace Digital </a:t>
            </a:r>
            <a:r>
              <a:rPr lang="en-US" dirty="0" err="1">
                <a:ea typeface="+mn-lt"/>
                <a:cs typeface="+mn-lt"/>
              </a:rPr>
              <a:t>Ecoxgear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Ecoxbt</a:t>
            </a:r>
            <a:r>
              <a:rPr lang="en-US" dirty="0">
                <a:ea typeface="+mn-lt"/>
                <a:cs typeface="+mn-lt"/>
              </a:rPr>
              <a:t>"?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B2B8506-6452-24FD-D595-8DF77D80D0CE}"/>
              </a:ext>
            </a:extLst>
          </p:cNvPr>
          <p:cNvGrpSpPr/>
          <p:nvPr/>
        </p:nvGrpSpPr>
        <p:grpSpPr>
          <a:xfrm>
            <a:off x="795672" y="1788918"/>
            <a:ext cx="1529368" cy="1553883"/>
            <a:chOff x="1332963" y="3677992"/>
            <a:chExt cx="2743200" cy="2743200"/>
          </a:xfrm>
        </p:grpSpPr>
        <p:pic>
          <p:nvPicPr>
            <p:cNvPr id="4" name="Picture 3" descr="DISCONTINUED - Grace Digital GDI-EGBT500 EcoXGear EcoXBT Bluetooth Speaker  - Orange">
              <a:extLst>
                <a:ext uri="{FF2B5EF4-FFF2-40B4-BE49-F238E27FC236}">
                  <a16:creationId xmlns:a16="http://schemas.microsoft.com/office/drawing/2014/main" id="{5D3B1408-3F05-FF6F-8A7C-AEC3A1509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2963" y="3677992"/>
              <a:ext cx="2743200" cy="27432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7E16467-42C2-2341-DD10-CBB87C90A6A6}"/>
                </a:ext>
              </a:extLst>
            </p:cNvPr>
            <p:cNvSpPr/>
            <p:nvPr/>
          </p:nvSpPr>
          <p:spPr>
            <a:xfrm rot="364956">
              <a:off x="2310087" y="5544698"/>
              <a:ext cx="277848" cy="63517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FC7DA46-E0F9-F394-F52D-F8A72B5EC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784" y="1706916"/>
            <a:ext cx="1301029" cy="129363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D0B629-D48F-5421-DEFE-6110B0E824A0}"/>
              </a:ext>
            </a:extLst>
          </p:cNvPr>
          <p:cNvSpPr txBox="1">
            <a:spLocks/>
          </p:cNvSpPr>
          <p:nvPr/>
        </p:nvSpPr>
        <p:spPr>
          <a:xfrm>
            <a:off x="820884" y="3082003"/>
            <a:ext cx="2209932" cy="41073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A) Speaker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9F2BB81-44D6-CFD0-5524-3362C7637B75}"/>
              </a:ext>
            </a:extLst>
          </p:cNvPr>
          <p:cNvSpPr txBox="1">
            <a:spLocks/>
          </p:cNvSpPr>
          <p:nvPr/>
        </p:nvSpPr>
        <p:spPr>
          <a:xfrm>
            <a:off x="4477852" y="2287724"/>
            <a:ext cx="2209932" cy="41073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B) Shower Head</a:t>
            </a:r>
          </a:p>
        </p:txBody>
      </p:sp>
      <p:pic>
        <p:nvPicPr>
          <p:cNvPr id="1026" name="Picture 2" descr="WhisperJet C2 Canister Vacuum (+Turbo Carpet Nozzle)">
            <a:extLst>
              <a:ext uri="{FF2B5EF4-FFF2-40B4-BE49-F238E27FC236}">
                <a16:creationId xmlns:a16="http://schemas.microsoft.com/office/drawing/2014/main" id="{F2ADA04F-B102-6E2F-2D23-98C8180EB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883" y="3704609"/>
            <a:ext cx="2403081" cy="2403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BC22812-508F-8A47-B3D9-272A8B971640}"/>
              </a:ext>
            </a:extLst>
          </p:cNvPr>
          <p:cNvSpPr txBox="1">
            <a:spLocks/>
          </p:cNvSpPr>
          <p:nvPr/>
        </p:nvSpPr>
        <p:spPr>
          <a:xfrm>
            <a:off x="1496806" y="6242371"/>
            <a:ext cx="2209932" cy="41073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C) Vacuum Cleaner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58327E9-4772-325F-B142-3BCC57FC1EAE}"/>
              </a:ext>
            </a:extLst>
          </p:cNvPr>
          <p:cNvSpPr txBox="1">
            <a:spLocks/>
          </p:cNvSpPr>
          <p:nvPr/>
        </p:nvSpPr>
        <p:spPr>
          <a:xfrm>
            <a:off x="5700337" y="6107690"/>
            <a:ext cx="2209932" cy="41073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D) Phone Charger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A7ED0B4-FBC6-DF6B-33B6-A7BDEC5DD904}"/>
              </a:ext>
            </a:extLst>
          </p:cNvPr>
          <p:cNvGrpSpPr/>
          <p:nvPr/>
        </p:nvGrpSpPr>
        <p:grpSpPr>
          <a:xfrm>
            <a:off x="5762669" y="4094923"/>
            <a:ext cx="2085268" cy="1916412"/>
            <a:chOff x="1855788" y="0"/>
            <a:chExt cx="5432425" cy="6858000"/>
          </a:xfrm>
        </p:grpSpPr>
        <p:pic>
          <p:nvPicPr>
            <p:cNvPr id="1028" name="Picture 4" descr="INIU WI213 MagSafe Charger, 15W Fast Charging with Built-in Cooling Fan for Efficient &amp; Stable Power, Perfect for iPhone">
              <a:extLst>
                <a:ext uri="{FF2B5EF4-FFF2-40B4-BE49-F238E27FC236}">
                  <a16:creationId xmlns:a16="http://schemas.microsoft.com/office/drawing/2014/main" id="{8C0D08CC-4DEF-555B-F908-177B322A7A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5788" y="0"/>
              <a:ext cx="5432425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54516E5-532F-042B-0925-B9BF41C7AD01}"/>
                </a:ext>
              </a:extLst>
            </p:cNvPr>
            <p:cNvSpPr/>
            <p:nvPr/>
          </p:nvSpPr>
          <p:spPr>
            <a:xfrm>
              <a:off x="3009075" y="1828800"/>
              <a:ext cx="831140" cy="463720"/>
            </a:xfrm>
            <a:prstGeom prst="rect">
              <a:avLst/>
            </a:prstGeom>
            <a:solidFill>
              <a:srgbClr val="5F6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18000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5A9ED-A669-C3F4-AE4B-8C5F217E1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5730D-E8BB-52D9-99F5-7A4B4DD3F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Calibri"/>
                <a:cs typeface="Calibri"/>
              </a:rPr>
              <a:t>Round 2: You Give Product a Bad Name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1C87C-5C09-4396-FB49-06E9AFD91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89043"/>
            <a:ext cx="8154063" cy="4337120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dirty="0"/>
              <a:t>Write down your answers!</a:t>
            </a:r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                            </a:t>
            </a:r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					Ready?</a:t>
            </a:r>
          </a:p>
        </p:txBody>
      </p:sp>
    </p:spTree>
    <p:extLst>
      <p:ext uri="{BB962C8B-B14F-4D97-AF65-F5344CB8AC3E}">
        <p14:creationId xmlns:p14="http://schemas.microsoft.com/office/powerpoint/2010/main" val="1216374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44856-027F-D847-F0AE-3CE6D595A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2B23E-0690-810F-A719-4B8BB011B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"/>
            <a:ext cx="8229600" cy="12463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The </a:t>
            </a:r>
            <a:r>
              <a:rPr lang="en-US" b="1" dirty="0">
                <a:ea typeface="Calibri"/>
                <a:cs typeface="Calibri"/>
              </a:rPr>
              <a:t>mouse</a:t>
            </a:r>
            <a:r>
              <a:rPr lang="en-US" dirty="0">
                <a:ea typeface="Calibri"/>
                <a:cs typeface="Calibri"/>
              </a:rPr>
              <a:t> was patented as an “</a:t>
            </a:r>
            <a:r>
              <a:rPr lang="en-US" dirty="0">
                <a:ea typeface="+mn-lt"/>
                <a:cs typeface="+mn-lt"/>
              </a:rPr>
              <a:t>X-Y Position Indicator for a Display System”!</a:t>
            </a:r>
            <a:endParaRPr lang="en-US" dirty="0"/>
          </a:p>
        </p:txBody>
      </p:sp>
      <p:pic>
        <p:nvPicPr>
          <p:cNvPr id="15364" name="Picture 4" descr="Computer mouse - Wikipedia">
            <a:extLst>
              <a:ext uri="{FF2B5EF4-FFF2-40B4-BE49-F238E27FC236}">
                <a16:creationId xmlns:a16="http://schemas.microsoft.com/office/drawing/2014/main" id="{3300DF3D-AA7D-C7B3-42ED-1702FC44B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312" y="4270473"/>
            <a:ext cx="2616300" cy="229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C0EF66B-2035-2311-F0A1-6E393168D81F}"/>
              </a:ext>
            </a:extLst>
          </p:cNvPr>
          <p:cNvSpPr txBox="1">
            <a:spLocks/>
          </p:cNvSpPr>
          <p:nvPr/>
        </p:nvSpPr>
        <p:spPr>
          <a:xfrm>
            <a:off x="126852" y="1614653"/>
            <a:ext cx="5898705" cy="5117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</a:pPr>
            <a:r>
              <a:rPr lang="en-US" sz="2800" dirty="0"/>
              <a:t>Invented by Douglas Engelbart in 1963 at Stanford, built by Bill English in 1964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Quickly referred to as “mouse” because of tail (cursor may have been called CAT)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“Mother of all demos”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Two wheels and one button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Replaced text commands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Lots of mice now don’t have a “tail”, but the name sticks (see Skeuomorphism)</a:t>
            </a:r>
          </a:p>
        </p:txBody>
      </p:sp>
      <p:pic>
        <p:nvPicPr>
          <p:cNvPr id="15370" name="Picture 10" descr="The Mouse - CHM Revolution">
            <a:extLst>
              <a:ext uri="{FF2B5EF4-FFF2-40B4-BE49-F238E27FC236}">
                <a16:creationId xmlns:a16="http://schemas.microsoft.com/office/drawing/2014/main" id="{41D40FEC-2012-0F7E-77AE-A0770B90B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312" y="1892929"/>
            <a:ext cx="2325488" cy="186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2243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00EBC-E63E-3EC3-D128-C4A041E4C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DDC1F-0226-63A6-2B52-451D420C5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3063"/>
            <a:ext cx="8229600" cy="92036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Google's "I'm feeling lucky" takes you to the </a:t>
            </a:r>
            <a:r>
              <a:rPr lang="en-US" b="1" dirty="0">
                <a:ea typeface="Calibri"/>
                <a:cs typeface="Calibri"/>
              </a:rPr>
              <a:t>page of the first result</a:t>
            </a:r>
            <a:r>
              <a:rPr lang="en-US" dirty="0">
                <a:ea typeface="Calibri"/>
                <a:cs typeface="Calibri"/>
              </a:rPr>
              <a:t>!</a:t>
            </a:r>
            <a:endParaRPr lang="en-US" dirty="0"/>
          </a:p>
        </p:txBody>
      </p:sp>
      <p:pic>
        <p:nvPicPr>
          <p:cNvPr id="12296" name="Picture 8" descr="How to use Google's I'm Feeling Lucky Button">
            <a:extLst>
              <a:ext uri="{FF2B5EF4-FFF2-40B4-BE49-F238E27FC236}">
                <a16:creationId xmlns:a16="http://schemas.microsoft.com/office/drawing/2014/main" id="{F6C4F9E7-0799-B9C3-037A-891FE9D1B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214837"/>
            <a:ext cx="4357684" cy="223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3C1B61B-CA05-F8AB-722E-DE3E55452360}"/>
              </a:ext>
            </a:extLst>
          </p:cNvPr>
          <p:cNvSpPr txBox="1">
            <a:spLocks/>
          </p:cNvSpPr>
          <p:nvPr/>
        </p:nvSpPr>
        <p:spPr>
          <a:xfrm>
            <a:off x="126852" y="1614653"/>
            <a:ext cx="7816501" cy="5117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</a:pPr>
            <a:r>
              <a:rPr lang="en-US" sz="2800" dirty="0"/>
              <a:t>Or… something else?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If nothing typed, easter eggs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Originally to show off efficiency, confidence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Not clear to novices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On and off prevalence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Costs ad revenue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Bad name?</a:t>
            </a:r>
          </a:p>
        </p:txBody>
      </p:sp>
    </p:spTree>
    <p:extLst>
      <p:ext uri="{BB962C8B-B14F-4D97-AF65-F5344CB8AC3E}">
        <p14:creationId xmlns:p14="http://schemas.microsoft.com/office/powerpoint/2010/main" val="3693162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1BA6E-57B2-E942-B714-32AD688D7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DD9DE-774E-3E4E-CF54-B82736CA8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1835"/>
            <a:ext cx="8229600" cy="11430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The “</a:t>
            </a:r>
            <a:r>
              <a:rPr lang="en-US" dirty="0">
                <a:ea typeface="+mn-lt"/>
                <a:cs typeface="+mn-lt"/>
              </a:rPr>
              <a:t>Grace Digital </a:t>
            </a:r>
            <a:r>
              <a:rPr lang="en-US" dirty="0" err="1">
                <a:ea typeface="+mn-lt"/>
                <a:cs typeface="+mn-lt"/>
              </a:rPr>
              <a:t>Ecoxgear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Ecoxbt</a:t>
            </a:r>
            <a:r>
              <a:rPr lang="en-US" dirty="0">
                <a:ea typeface="+mn-lt"/>
                <a:cs typeface="+mn-lt"/>
              </a:rPr>
              <a:t>” is a </a:t>
            </a:r>
            <a:r>
              <a:rPr lang="en-US" b="1" dirty="0" err="1">
                <a:ea typeface="+mn-lt"/>
                <a:cs typeface="+mn-lt"/>
              </a:rPr>
              <a:t>bluetooth</a:t>
            </a:r>
            <a:r>
              <a:rPr lang="en-US" b="1" dirty="0">
                <a:ea typeface="+mn-lt"/>
                <a:cs typeface="+mn-lt"/>
              </a:rPr>
              <a:t> speaker </a:t>
            </a:r>
            <a:r>
              <a:rPr lang="en-US" dirty="0">
                <a:ea typeface="+mn-lt"/>
                <a:cs typeface="+mn-lt"/>
              </a:rPr>
              <a:t>(A)!</a:t>
            </a:r>
          </a:p>
        </p:txBody>
      </p:sp>
      <p:pic>
        <p:nvPicPr>
          <p:cNvPr id="4" name="Picture 3" descr="DISCONTINUED - Grace Digital GDI-EGBT500 EcoXGear EcoXBT Bluetooth Speaker  - Orange">
            <a:extLst>
              <a:ext uri="{FF2B5EF4-FFF2-40B4-BE49-F238E27FC236}">
                <a16:creationId xmlns:a16="http://schemas.microsoft.com/office/drawing/2014/main" id="{349AFDDD-FC1A-1F7A-C93E-2CB486A78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080" y="1324836"/>
            <a:ext cx="3855840" cy="391764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A88635E-9CFE-FFAB-EAF8-7B5C05E576FC}"/>
              </a:ext>
            </a:extLst>
          </p:cNvPr>
          <p:cNvSpPr txBox="1">
            <a:spLocks/>
          </p:cNvSpPr>
          <p:nvPr/>
        </p:nvSpPr>
        <p:spPr>
          <a:xfrm>
            <a:off x="3121837" y="5245056"/>
            <a:ext cx="2900326" cy="9731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ea typeface="+mn-lt"/>
                <a:cs typeface="+mn-lt"/>
              </a:rPr>
              <a:t>Of course it is…</a:t>
            </a:r>
          </a:p>
        </p:txBody>
      </p:sp>
    </p:spTree>
    <p:extLst>
      <p:ext uri="{BB962C8B-B14F-4D97-AF65-F5344CB8AC3E}">
        <p14:creationId xmlns:p14="http://schemas.microsoft.com/office/powerpoint/2010/main" val="739615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1E382-4700-CF98-D883-4EF9DF8F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7B8ED-AD0C-C8D0-1B5F-FABF40656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Round 3: Famous Effects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24DC9-24A0-11A9-8A1B-D359B5694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7780351" cy="4525963"/>
          </a:xfrm>
        </p:spPr>
        <p:txBody>
          <a:bodyPr/>
          <a:lstStyle/>
          <a:p>
            <a:r>
              <a:rPr lang="en-US" dirty="0"/>
              <a:t>People who noticed and explained phenomena have things named after them sometimes</a:t>
            </a:r>
          </a:p>
          <a:p>
            <a:r>
              <a:rPr lang="en-US" dirty="0"/>
              <a:t>Observations about behavior offer insights into how the brain works</a:t>
            </a:r>
          </a:p>
        </p:txBody>
      </p:sp>
      <p:pic>
        <p:nvPicPr>
          <p:cNvPr id="22530" name="Picture 2" descr="The Butterfly Effect | Rotten Tomatoes">
            <a:extLst>
              <a:ext uri="{FF2B5EF4-FFF2-40B4-BE49-F238E27FC236}">
                <a16:creationId xmlns:a16="http://schemas.microsoft.com/office/drawing/2014/main" id="{0BA05136-D543-EE8B-142A-78DFD5F52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530" y="4075043"/>
            <a:ext cx="1729409" cy="259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5319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CCBEA-E1EF-0E17-1F62-2E5835560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B7D1E-C1E3-C91A-8190-76E926025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"/>
            <a:ext cx="8229600" cy="124636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The Dunning-Kruger Effect, where people with low expertise overestimate their confidence, was inspired by a what?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12DA20-5F96-4DBA-7FF8-2EF651D2ABF9}"/>
              </a:ext>
            </a:extLst>
          </p:cNvPr>
          <p:cNvSpPr txBox="1">
            <a:spLocks/>
          </p:cNvSpPr>
          <p:nvPr/>
        </p:nvSpPr>
        <p:spPr>
          <a:xfrm>
            <a:off x="359707" y="3336445"/>
            <a:ext cx="4745029" cy="4107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A) Terrible senior capstone project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A1A88CF-4899-D93B-F4F1-561450F1288B}"/>
              </a:ext>
            </a:extLst>
          </p:cNvPr>
          <p:cNvSpPr txBox="1">
            <a:spLocks/>
          </p:cNvSpPr>
          <p:nvPr/>
        </p:nvSpPr>
        <p:spPr>
          <a:xfrm>
            <a:off x="4724342" y="1898110"/>
            <a:ext cx="4236778" cy="7942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B) Disappointing Valentine’s gift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8A55BD3-8D06-30D3-5CB9-058FFACAA577}"/>
              </a:ext>
            </a:extLst>
          </p:cNvPr>
          <p:cNvSpPr txBox="1">
            <a:spLocks/>
          </p:cNvSpPr>
          <p:nvPr/>
        </p:nvSpPr>
        <p:spPr>
          <a:xfrm>
            <a:off x="699716" y="5992581"/>
            <a:ext cx="3918034" cy="41073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C) Catastrophic Roman invasion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75B9759-AFD0-C9AE-4230-C49EAF92B2CC}"/>
              </a:ext>
            </a:extLst>
          </p:cNvPr>
          <p:cNvSpPr txBox="1">
            <a:spLocks/>
          </p:cNvSpPr>
          <p:nvPr/>
        </p:nvSpPr>
        <p:spPr>
          <a:xfrm>
            <a:off x="5716239" y="5853248"/>
            <a:ext cx="2728045" cy="41073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D) Failed bank robbery</a:t>
            </a:r>
          </a:p>
        </p:txBody>
      </p:sp>
      <p:pic>
        <p:nvPicPr>
          <p:cNvPr id="3074" name="Picture 2" descr="Free Presentation Illustrations to design | Storyset">
            <a:extLst>
              <a:ext uri="{FF2B5EF4-FFF2-40B4-BE49-F238E27FC236}">
                <a16:creationId xmlns:a16="http://schemas.microsoft.com/office/drawing/2014/main" id="{97659DF7-2747-4F8F-E13F-E4220050A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354" y="1898110"/>
            <a:ext cx="1173765" cy="1173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76,500+ Wilted Flower Stock Photos, Pictures &amp; Royalty-Free Images - iStock  | Wilted flower pedal, Wilted flower in vase, Branch wilted flower">
            <a:extLst>
              <a:ext uri="{FF2B5EF4-FFF2-40B4-BE49-F238E27FC236}">
                <a16:creationId xmlns:a16="http://schemas.microsoft.com/office/drawing/2014/main" id="{7CA775BB-A308-6E7E-76D4-86221CBBB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038" y="2551554"/>
            <a:ext cx="1173765" cy="1173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he Roman Amphibious Invasion of Britain | Naval History Magazine -  December 2023, Volume 37, Number 6">
            <a:extLst>
              <a:ext uri="{FF2B5EF4-FFF2-40B4-BE49-F238E27FC236}">
                <a16:creationId xmlns:a16="http://schemas.microsoft.com/office/drawing/2014/main" id="{C3BF2F72-764F-4B8A-E528-A755A012A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843" y="4564474"/>
            <a:ext cx="3093057" cy="1288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C186084-1FAC-0DDE-1BD4-68F06FD314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3368" y="4514726"/>
            <a:ext cx="2116231" cy="119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42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76AB9-BF36-249E-1A6C-B5EAB7DDF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A4A7B-8154-1EB6-E195-7562108AF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56429"/>
            <a:ext cx="8229600" cy="97602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The Cocktail Party Effect was inspired by the observation that people easily notice what?</a:t>
            </a:r>
            <a:endParaRPr lang="en-US" dirty="0"/>
          </a:p>
        </p:txBody>
      </p:sp>
      <p:pic>
        <p:nvPicPr>
          <p:cNvPr id="1028" name="Picture 4" descr="9 Reasons To Host A Corporate Cocktail Party">
            <a:extLst>
              <a:ext uri="{FF2B5EF4-FFF2-40B4-BE49-F238E27FC236}">
                <a16:creationId xmlns:a16="http://schemas.microsoft.com/office/drawing/2014/main" id="{25E486F5-3CFB-4D58-4DB9-FF5F6A466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379" y="1689945"/>
            <a:ext cx="4403242" cy="400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2015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25D15-60EA-1569-3A2D-8718CE028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A7597-D8B3-F787-1F88-93DDAE5D5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1835"/>
            <a:ext cx="8229600" cy="1143001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The Stroop Effect describes the phenomenon where categorization time is slower when what </a:t>
            </a:r>
            <a:r>
              <a:rPr lang="en-US" b="1" dirty="0">
                <a:ea typeface="Calibri"/>
                <a:cs typeface="Calibri"/>
              </a:rPr>
              <a:t>two features </a:t>
            </a:r>
            <a:r>
              <a:rPr lang="en-US" dirty="0">
                <a:ea typeface="Calibri"/>
                <a:cs typeface="Calibri"/>
              </a:rPr>
              <a:t>of a displayed word are incongruous? (half credit each)</a:t>
            </a:r>
            <a:endParaRPr lang="en-US" dirty="0">
              <a:ea typeface="+mn-lt"/>
              <a:cs typeface="+mn-lt"/>
            </a:endParaRPr>
          </a:p>
        </p:txBody>
      </p:sp>
      <p:pic>
        <p:nvPicPr>
          <p:cNvPr id="5122" name="Picture 2" descr="The Dutch Waffle cookie - Best authentic Stroopwafel •">
            <a:extLst>
              <a:ext uri="{FF2B5EF4-FFF2-40B4-BE49-F238E27FC236}">
                <a16:creationId xmlns:a16="http://schemas.microsoft.com/office/drawing/2014/main" id="{80747F6A-A232-9B91-117B-CCF62E053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784" y="2103120"/>
            <a:ext cx="3848431" cy="2886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18AE419-E0A3-DD94-6A20-0CDBBFF70C3D}"/>
              </a:ext>
            </a:extLst>
          </p:cNvPr>
          <p:cNvSpPr txBox="1">
            <a:spLocks/>
          </p:cNvSpPr>
          <p:nvPr/>
        </p:nvSpPr>
        <p:spPr>
          <a:xfrm>
            <a:off x="2647784" y="5097067"/>
            <a:ext cx="3848432" cy="27006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dirty="0" err="1">
                <a:ea typeface="Calibri"/>
                <a:cs typeface="Calibri"/>
              </a:rPr>
              <a:t>Stroopwafels</a:t>
            </a:r>
            <a:r>
              <a:rPr lang="en-US" dirty="0">
                <a:ea typeface="Calibri"/>
                <a:cs typeface="Calibri"/>
              </a:rPr>
              <a:t> are unrelated to this question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08057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3F317-AC38-EDFE-9461-4AD3A6CA5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1FF62-828A-62E8-984E-579108FE2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Round 3: Famous Effects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9B298-E30F-3935-FF90-E6253F844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89043"/>
            <a:ext cx="8154063" cy="4337120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dirty="0"/>
              <a:t>Write down your answers!</a:t>
            </a:r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                            </a:t>
            </a:r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					Ready?</a:t>
            </a:r>
          </a:p>
        </p:txBody>
      </p:sp>
    </p:spTree>
    <p:extLst>
      <p:ext uri="{BB962C8B-B14F-4D97-AF65-F5344CB8AC3E}">
        <p14:creationId xmlns:p14="http://schemas.microsoft.com/office/powerpoint/2010/main" val="3171488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D5C25-E0DB-1CED-408C-6619DC3A6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BF05D-0E8C-754A-4B62-5FBA5AF66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"/>
            <a:ext cx="8229600" cy="12463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The Dunning-Kruger effect research was inspired by a </a:t>
            </a:r>
            <a:r>
              <a:rPr lang="en-US" b="1" dirty="0">
                <a:ea typeface="Calibri"/>
                <a:cs typeface="Calibri"/>
              </a:rPr>
              <a:t>failed bank robbery </a:t>
            </a:r>
            <a:r>
              <a:rPr lang="en-US" dirty="0">
                <a:ea typeface="Calibri"/>
                <a:cs typeface="Calibri"/>
              </a:rPr>
              <a:t>(D)!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199A501-2D7D-A472-B650-3452A91C6661}"/>
              </a:ext>
            </a:extLst>
          </p:cNvPr>
          <p:cNvSpPr txBox="1">
            <a:spLocks/>
          </p:cNvSpPr>
          <p:nvPr/>
        </p:nvSpPr>
        <p:spPr>
          <a:xfrm>
            <a:off x="126852" y="1614653"/>
            <a:ext cx="6154678" cy="5117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</a:pPr>
            <a:r>
              <a:rPr lang="en-US" sz="2800" dirty="0"/>
              <a:t>In 1995, McArthur Wheeler and Clifton Earl Johnson robbed two banks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How to evade security cams? Lemon juice on their faces.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It works as invisible ink!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Wheeler took a picture of himself to verify, and didn’t see himself in it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They were arrested: “But I wore the lemon juice! I wore the lemon juice!”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Inspired Cornell psychologists David Dunning and Justin Kruger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“Unskilled and Unaware of It: How Difficulties in Recognizing One's Own Incompetence Lead to Inflated Self-Assessments” (1999)</a:t>
            </a:r>
          </a:p>
        </p:txBody>
      </p:sp>
      <p:pic>
        <p:nvPicPr>
          <p:cNvPr id="1026" name="Picture 2" descr="The Pitfalls of Self-Awareness: The Dunning-Kruger Effect | Sessions College">
            <a:extLst>
              <a:ext uri="{FF2B5EF4-FFF2-40B4-BE49-F238E27FC236}">
                <a16:creationId xmlns:a16="http://schemas.microsoft.com/office/drawing/2014/main" id="{A8ACABF5-E784-CF4A-409D-8EE810E17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3237" y="1383527"/>
            <a:ext cx="3173911" cy="2639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The Most Incompetent Robber. On January 6, 1995, McArthur Wheeler… | by  Sulaimon Bolaji Abdul Lateef | Medium">
            <a:extLst>
              <a:ext uri="{FF2B5EF4-FFF2-40B4-BE49-F238E27FC236}">
                <a16:creationId xmlns:a16="http://schemas.microsoft.com/office/drawing/2014/main" id="{5E23E80E-3A0A-6DFB-EE52-EEEF0FE86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808" y="5027663"/>
            <a:ext cx="2563565" cy="138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29447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A16D3-A398-495C-5493-71DB9E0CD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764EB-73C7-2DDE-E0E5-B12FA651B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3063"/>
            <a:ext cx="8229600" cy="92036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The Cocktail Party Effect was inspired by the observation that people easily notice </a:t>
            </a:r>
            <a:r>
              <a:rPr lang="en-US" b="1" dirty="0">
                <a:ea typeface="Calibri"/>
                <a:cs typeface="Calibri"/>
              </a:rPr>
              <a:t>their name</a:t>
            </a:r>
            <a:r>
              <a:rPr lang="en-US" dirty="0">
                <a:ea typeface="Calibri"/>
                <a:cs typeface="Calibri"/>
              </a:rPr>
              <a:t>!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102B369-8A52-2A11-5AD4-4576CC9102DC}"/>
              </a:ext>
            </a:extLst>
          </p:cNvPr>
          <p:cNvSpPr txBox="1">
            <a:spLocks/>
          </p:cNvSpPr>
          <p:nvPr/>
        </p:nvSpPr>
        <p:spPr>
          <a:xfrm>
            <a:off x="126852" y="1614653"/>
            <a:ext cx="7816501" cy="5117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</a:pPr>
            <a:r>
              <a:rPr lang="en-US" sz="2800" dirty="0"/>
              <a:t>Attention is both a filter and a fuel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Cognitive effort is spent to filter erroneous stimuli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Semantic meaning is still processed in unattended stimuli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Similar research shows people tend to follow stimuli from one ear to another, and maintain stimuli in sensory register briefly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Echoic memory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Iconic memory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Other senses</a:t>
            </a:r>
          </a:p>
        </p:txBody>
      </p:sp>
      <p:pic>
        <p:nvPicPr>
          <p:cNvPr id="4098" name="Picture 2" descr="Sync NI - opinion - The biggest thing UX designers can learn from cocktail  parties">
            <a:extLst>
              <a:ext uri="{FF2B5EF4-FFF2-40B4-BE49-F238E27FC236}">
                <a16:creationId xmlns:a16="http://schemas.microsoft.com/office/drawing/2014/main" id="{17F2A565-7F59-F3FB-CD65-34E213DB3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8579" y="4848179"/>
            <a:ext cx="3775421" cy="2009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51528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5D3CB-5090-2DBD-02C0-9EF0D1A93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11B0A5-C9AD-21D8-F651-0D9476941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67530" cy="30433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Harder to name the color of a word than to read the word</a:t>
            </a:r>
          </a:p>
          <a:p>
            <a:r>
              <a:rPr lang="en-US" dirty="0"/>
              <a:t>Reading is a more automatic process than naming color</a:t>
            </a:r>
          </a:p>
          <a:p>
            <a:r>
              <a:rPr lang="en-US" dirty="0"/>
              <a:t>Slower reaction time when they don’t match</a:t>
            </a:r>
          </a:p>
          <a:p>
            <a:r>
              <a:rPr lang="en-US" dirty="0"/>
              <a:t>Used to assess cognitive control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E22A42-57D0-932B-2914-59C3030FB2CE}"/>
              </a:ext>
            </a:extLst>
          </p:cNvPr>
          <p:cNvSpPr txBox="1">
            <a:spLocks/>
          </p:cNvSpPr>
          <p:nvPr/>
        </p:nvSpPr>
        <p:spPr>
          <a:xfrm>
            <a:off x="457200" y="181835"/>
            <a:ext cx="8229600" cy="114300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dirty="0">
                <a:ea typeface="Calibri"/>
                <a:cs typeface="Calibri"/>
              </a:rPr>
              <a:t>The Stroop Effect describes the phenomenon where categorization time is slower when the </a:t>
            </a:r>
            <a:r>
              <a:rPr lang="en-US" b="1" dirty="0">
                <a:ea typeface="Calibri"/>
                <a:cs typeface="Calibri"/>
              </a:rPr>
              <a:t>meaning and color </a:t>
            </a:r>
            <a:r>
              <a:rPr lang="en-US" dirty="0">
                <a:ea typeface="Calibri"/>
                <a:cs typeface="Calibri"/>
              </a:rPr>
              <a:t>of a displayed word are incongruous!</a:t>
            </a:r>
            <a:endParaRPr lang="en-US" dirty="0">
              <a:ea typeface="+mn-lt"/>
              <a:cs typeface="+mn-lt"/>
            </a:endParaRPr>
          </a:p>
        </p:txBody>
      </p:sp>
      <p:pic>
        <p:nvPicPr>
          <p:cNvPr id="6146" name="Picture 2" descr="The Stroop Effect - Practical Psychology">
            <a:extLst>
              <a:ext uri="{FF2B5EF4-FFF2-40B4-BE49-F238E27FC236}">
                <a16:creationId xmlns:a16="http://schemas.microsoft.com/office/drawing/2014/main" id="{325316D8-6ACB-6727-D484-2A52FFE23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346" y="4805424"/>
            <a:ext cx="3705308" cy="1870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66560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2098-114E-9BEA-43B0-38D66D152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Round!!!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2FC96-6213-5491-4A57-2A8AC3DC3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 pt per correct response, 2 pt bonus for all 10</a:t>
            </a:r>
          </a:p>
          <a:p>
            <a:endParaRPr lang="en-US" dirty="0"/>
          </a:p>
          <a:p>
            <a:r>
              <a:rPr lang="en-US" dirty="0"/>
              <a:t>Name as many of Jakob Nielsen’s 10 Usability Heuristics as you can!</a:t>
            </a:r>
          </a:p>
          <a:p>
            <a:endParaRPr lang="en-US" dirty="0"/>
          </a:p>
          <a:p>
            <a:r>
              <a:rPr lang="en-US" dirty="0"/>
              <a:t>Wrong guesses don’t count against you.</a:t>
            </a:r>
          </a:p>
        </p:txBody>
      </p:sp>
    </p:spTree>
    <p:extLst>
      <p:ext uri="{BB962C8B-B14F-4D97-AF65-F5344CB8AC3E}">
        <p14:creationId xmlns:p14="http://schemas.microsoft.com/office/powerpoint/2010/main" val="18875219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B84D1-3CB0-D8F3-82AF-03F60AD35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821B1-D906-C2B7-4731-710141374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58B98-1FB6-E16E-5A26-C5532C6F8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311348"/>
            <a:ext cx="8229600" cy="272013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buNone/>
            </a:pPr>
            <a:r>
              <a:rPr lang="en-US" dirty="0"/>
              <a:t>This slide is so that Tommy doesn’t go to the answers accidentally</a:t>
            </a:r>
          </a:p>
        </p:txBody>
      </p:sp>
      <p:pic>
        <p:nvPicPr>
          <p:cNvPr id="24578" name="Picture 2" descr="Go (game) - Wikipedia">
            <a:extLst>
              <a:ext uri="{FF2B5EF4-FFF2-40B4-BE49-F238E27FC236}">
                <a16:creationId xmlns:a16="http://schemas.microsoft.com/office/drawing/2014/main" id="{B4939CDC-C8EC-557D-6FD6-B67B987A3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889" y="2125402"/>
            <a:ext cx="2665924" cy="2581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0" name="Picture 4" descr="Cribbage | Card Game Rules &amp; Strategy | Britannica">
            <a:extLst>
              <a:ext uri="{FF2B5EF4-FFF2-40B4-BE49-F238E27FC236}">
                <a16:creationId xmlns:a16="http://schemas.microsoft.com/office/drawing/2014/main" id="{B75ACC47-D682-4370-3014-9A8D3A3DF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3751" y="2486867"/>
            <a:ext cx="3505849" cy="2135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0154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5D887-B1DB-3B0A-80BD-8D2D2B7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F95E0-CE50-09F3-ED78-84CB28C0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904" y="284577"/>
            <a:ext cx="3749337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Bonus Round Answers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3BF5C0-3C99-B1CA-6F02-C37259497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1096" y="125551"/>
            <a:ext cx="4944038" cy="642302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873D359-3C00-CB00-4A92-BA6CF3097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8313"/>
            <a:ext cx="3471041" cy="4432852"/>
          </a:xfrm>
        </p:spPr>
        <p:txBody>
          <a:bodyPr>
            <a:normAutofit/>
          </a:bodyPr>
          <a:lstStyle/>
          <a:p>
            <a:r>
              <a:rPr lang="en-US" dirty="0"/>
              <a:t>Grade yourselves</a:t>
            </a:r>
          </a:p>
          <a:p>
            <a:r>
              <a:rPr lang="en-US" dirty="0"/>
              <a:t>Synonyms OK within reason</a:t>
            </a:r>
          </a:p>
          <a:p>
            <a:r>
              <a:rPr lang="en-US" dirty="0"/>
              <a:t>2 pt each, 2 pt bonus for all 10</a:t>
            </a:r>
          </a:p>
        </p:txBody>
      </p:sp>
    </p:spTree>
    <p:extLst>
      <p:ext uri="{BB962C8B-B14F-4D97-AF65-F5344CB8AC3E}">
        <p14:creationId xmlns:p14="http://schemas.microsoft.com/office/powerpoint/2010/main" val="21991171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03129-1721-7851-8E36-D81F9AE26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E28D6-8252-7FC7-0881-86EC53F72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Round 4: Inciting Incidents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F3EDD-EE58-2D31-F687-963298E4A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/>
              <a:t>When things go bad, people want to know why</a:t>
            </a:r>
          </a:p>
          <a:p>
            <a:r>
              <a:rPr lang="en-US" dirty="0"/>
              <a:t>Leads to better understanding</a:t>
            </a:r>
          </a:p>
          <a:p>
            <a:r>
              <a:rPr lang="en-US" dirty="0"/>
              <a:t>Prevents future disasters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3579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59A7E-D398-D836-3408-1D9FA5DB4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82D27-6CE3-92BD-2F39-6330A55B6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"/>
            <a:ext cx="8229600" cy="124636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What 1979 energy accident was influenced by poor control design and led to research in fields like cognitive engineering and decision making?</a:t>
            </a:r>
            <a:endParaRPr lang="en-US" dirty="0"/>
          </a:p>
        </p:txBody>
      </p:sp>
      <p:pic>
        <p:nvPicPr>
          <p:cNvPr id="12291" name="Picture 3" descr="The China Syndrome Movie Poster Print (27 x 40) - Item # MOVIJ2338">
            <a:extLst>
              <a:ext uri="{FF2B5EF4-FFF2-40B4-BE49-F238E27FC236}">
                <a16:creationId xmlns:a16="http://schemas.microsoft.com/office/drawing/2014/main" id="{0E404F4B-3B81-6336-1994-C3C0E822E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831" y="1940118"/>
            <a:ext cx="2892337" cy="4329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09599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94ABC-AA64-B5F4-26F2-9DAE28217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E4EEB-5DBE-304C-9263-2EC00D50D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56429"/>
            <a:ext cx="8229600" cy="130997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What 1977 air traffic disaster was the worst air accident in history, and led to the study of Crew Resource Management?</a:t>
            </a:r>
            <a:endParaRPr lang="en-US" dirty="0"/>
          </a:p>
        </p:txBody>
      </p:sp>
      <p:pic>
        <p:nvPicPr>
          <p:cNvPr id="1026" name="Picture 2" descr="The World's Worst Aircraft Disaster">
            <a:extLst>
              <a:ext uri="{FF2B5EF4-FFF2-40B4-BE49-F238E27FC236}">
                <a16:creationId xmlns:a16="http://schemas.microsoft.com/office/drawing/2014/main" id="{3D4DB3F7-36AB-8812-6942-A0CCF2C4A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129" y="2321875"/>
            <a:ext cx="6083742" cy="3186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31966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A0D43-3318-E1C9-01DE-C214528B3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1856F-8703-16A4-C8C0-292AAB9CC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1835"/>
            <a:ext cx="8229600" cy="1143001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What 1986 space disaster caused by faulty O-rings led to research on organizational error and culture of safety?</a:t>
            </a:r>
            <a:endParaRPr lang="en-US" dirty="0">
              <a:ea typeface="+mn-lt"/>
              <a:cs typeface="+mn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14821D3-FBCB-D8E1-8244-19417881F821}"/>
              </a:ext>
            </a:extLst>
          </p:cNvPr>
          <p:cNvGrpSpPr/>
          <p:nvPr/>
        </p:nvGrpSpPr>
        <p:grpSpPr>
          <a:xfrm>
            <a:off x="1886591" y="1801192"/>
            <a:ext cx="5370817" cy="4301433"/>
            <a:chOff x="1886591" y="1801192"/>
            <a:chExt cx="5370817" cy="4301433"/>
          </a:xfrm>
        </p:grpSpPr>
        <p:pic>
          <p:nvPicPr>
            <p:cNvPr id="3074" name="Picture 2" descr="The Space Shuttle Challenger Explosion and the O-ring - Priceonomics">
              <a:extLst>
                <a:ext uri="{FF2B5EF4-FFF2-40B4-BE49-F238E27FC236}">
                  <a16:creationId xmlns:a16="http://schemas.microsoft.com/office/drawing/2014/main" id="{E75F7377-233D-B48F-B4BB-13653B515F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6591" y="1801192"/>
              <a:ext cx="5370817" cy="4301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0B74DE0-3CF0-FA9A-94C7-651EA27B8B45}"/>
                </a:ext>
              </a:extLst>
            </p:cNvPr>
            <p:cNvSpPr/>
            <p:nvPr/>
          </p:nvSpPr>
          <p:spPr>
            <a:xfrm>
              <a:off x="5050669" y="3600351"/>
              <a:ext cx="127220" cy="50888"/>
            </a:xfrm>
            <a:prstGeom prst="rect">
              <a:avLst/>
            </a:prstGeom>
            <a:solidFill>
              <a:srgbClr val="CCC7B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701844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AD37C-F2C7-70B1-438D-0FA4E4071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F0FD5-799A-E6E1-A4F8-7913E7F51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Round 4: Inciting Incidents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5CFF0-9D66-8D7F-2436-FC13D469C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89043"/>
            <a:ext cx="8154063" cy="4337120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dirty="0"/>
              <a:t>Write down your answers!</a:t>
            </a:r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                            </a:t>
            </a:r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					Ready?</a:t>
            </a:r>
          </a:p>
        </p:txBody>
      </p:sp>
    </p:spTree>
    <p:extLst>
      <p:ext uri="{BB962C8B-B14F-4D97-AF65-F5344CB8AC3E}">
        <p14:creationId xmlns:p14="http://schemas.microsoft.com/office/powerpoint/2010/main" val="13726475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80298-86FE-30A6-DE78-AC54426C4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D8BD7-1C4E-E0B6-5B7A-F54B8CFEE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"/>
            <a:ext cx="8229600" cy="124636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The </a:t>
            </a:r>
            <a:r>
              <a:rPr lang="en-US" b="1" dirty="0">
                <a:ea typeface="Calibri"/>
                <a:cs typeface="Calibri"/>
              </a:rPr>
              <a:t>1979 Three Mile Island accident</a:t>
            </a:r>
            <a:r>
              <a:rPr lang="en-US" dirty="0">
                <a:ea typeface="Calibri"/>
                <a:cs typeface="Calibri"/>
              </a:rPr>
              <a:t> was influenced by poor control design and led to the field of Cognitive Engineering and Decision Making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1ADC63C-80E5-C0D6-C3D4-93E27AD2627D}"/>
              </a:ext>
            </a:extLst>
          </p:cNvPr>
          <p:cNvSpPr txBox="1">
            <a:spLocks/>
          </p:cNvSpPr>
          <p:nvPr/>
        </p:nvSpPr>
        <p:spPr>
          <a:xfrm>
            <a:off x="126851" y="1614653"/>
            <a:ext cx="5041497" cy="5243347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</a:pPr>
            <a:r>
              <a:rPr lang="en-US" sz="2800" dirty="0"/>
              <a:t>In 1979, 3 Mile Island nuclear plant lost coolant from a stuck-open valve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Operators were unable to recognize the failure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Bad controls, alarms, and indicators contributed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“The control room and computer interfaces at Three Mile Island could not have been more confusing if they had tried” – Don Norman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Accident studied by Norman, Rasmussen, Reason, Sheridan, Salas, Woods, Leveson, Hollnagel, and others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Led to research into controls and decision making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Also made the public wary of nuclear (and came right after release of disaster movie “The China Syndrome”)</a:t>
            </a:r>
            <a:endParaRPr lang="en-US" sz="2400" dirty="0"/>
          </a:p>
        </p:txBody>
      </p:sp>
      <p:pic>
        <p:nvPicPr>
          <p:cNvPr id="9218" name="Picture 2" descr="Look inside the Three Mile Island nuclear power plant">
            <a:extLst>
              <a:ext uri="{FF2B5EF4-FFF2-40B4-BE49-F238E27FC236}">
                <a16:creationId xmlns:a16="http://schemas.microsoft.com/office/drawing/2014/main" id="{7EE800C6-FD9B-3F5B-275C-695F71F2C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1820" y="4454397"/>
            <a:ext cx="3862179" cy="217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Three Mile Island Nuclear Generating Station - Wikipedia">
            <a:extLst>
              <a:ext uri="{FF2B5EF4-FFF2-40B4-BE49-F238E27FC236}">
                <a16:creationId xmlns:a16="http://schemas.microsoft.com/office/drawing/2014/main" id="{66B96440-81CE-5D44-4CE8-33B51D9FD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616" y="1835024"/>
            <a:ext cx="3856383" cy="216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91317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E6AF7-0466-B4A3-029D-0DE01E385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DC2EC-2310-BB9B-3983-4BFC00CA4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3063"/>
            <a:ext cx="8229600" cy="92036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The </a:t>
            </a:r>
            <a:r>
              <a:rPr lang="en-US" b="1" dirty="0">
                <a:ea typeface="Calibri"/>
                <a:cs typeface="Calibri"/>
              </a:rPr>
              <a:t>Tenerife</a:t>
            </a:r>
            <a:r>
              <a:rPr lang="en-US" dirty="0">
                <a:ea typeface="Calibri"/>
                <a:cs typeface="Calibri"/>
              </a:rPr>
              <a:t> Airport Disaster led to the development of Crew Resource Management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EFD27D-A79A-AEEA-77D8-BB2EF71D9072}"/>
              </a:ext>
            </a:extLst>
          </p:cNvPr>
          <p:cNvSpPr txBox="1">
            <a:spLocks/>
          </p:cNvSpPr>
          <p:nvPr/>
        </p:nvSpPr>
        <p:spPr>
          <a:xfrm>
            <a:off x="126851" y="1614653"/>
            <a:ext cx="5733260" cy="5243347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</a:pPr>
            <a:r>
              <a:rPr lang="en-US" sz="2800" dirty="0"/>
              <a:t>In 1977 in the Canary Islands, two Boeing 747s collided on a foggy runway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Worst accident in aviation history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Caused by congestion, weather, and misinterpreted radio communication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Both tower and other plane told leaving plane to stop, but resulted in interference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Power dynamics contributed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“We are at takeoff” “OK”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Led to standardized communication procedures</a:t>
            </a:r>
          </a:p>
          <a:p>
            <a:pPr lvl="1">
              <a:spcBef>
                <a:spcPts val="1800"/>
              </a:spcBef>
            </a:pPr>
            <a:r>
              <a:rPr lang="en-US" sz="2000" dirty="0"/>
              <a:t>Standard phrases</a:t>
            </a:r>
          </a:p>
          <a:p>
            <a:pPr lvl="1">
              <a:spcBef>
                <a:spcPts val="1800"/>
              </a:spcBef>
            </a:pPr>
            <a:r>
              <a:rPr lang="en-US" sz="2000" dirty="0"/>
              <a:t>Readback instead of “roger” or “ok”</a:t>
            </a:r>
          </a:p>
          <a:p>
            <a:pPr lvl="1">
              <a:spcBef>
                <a:spcPts val="1800"/>
              </a:spcBef>
            </a:pPr>
            <a:r>
              <a:rPr lang="en-US" sz="2000" dirty="0"/>
              <a:t>Careful use of “takeoff”</a:t>
            </a:r>
          </a:p>
          <a:p>
            <a:pPr>
              <a:spcBef>
                <a:spcPts val="1800"/>
              </a:spcBef>
            </a:pPr>
            <a:r>
              <a:rPr lang="en-US" sz="2400" dirty="0"/>
              <a:t>Crew Resource Management: pilots should contradict when unsafe</a:t>
            </a:r>
          </a:p>
        </p:txBody>
      </p:sp>
      <p:pic>
        <p:nvPicPr>
          <p:cNvPr id="2050" name="Picture 2" descr="Tenerife airport disaster - Wikipedia">
            <a:extLst>
              <a:ext uri="{FF2B5EF4-FFF2-40B4-BE49-F238E27FC236}">
                <a16:creationId xmlns:a16="http://schemas.microsoft.com/office/drawing/2014/main" id="{A1A50F7C-A7D7-69DF-2D44-579F100D7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111" y="2862470"/>
            <a:ext cx="3083968" cy="231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35617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09B3C-B585-5B1F-3970-830A0810E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6363D2-D60E-88F9-B2FB-2891C1BBF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199"/>
            <a:ext cx="4770783" cy="507596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Cold weather</a:t>
            </a:r>
          </a:p>
          <a:p>
            <a:pPr lvl="1"/>
            <a:r>
              <a:rPr lang="en-US" dirty="0"/>
              <a:t>Fuel tank O-rings got cold, brittle</a:t>
            </a:r>
          </a:p>
          <a:p>
            <a:pPr lvl="1"/>
            <a:r>
              <a:rPr lang="en-US" dirty="0"/>
              <a:t>Explosion</a:t>
            </a:r>
          </a:p>
          <a:p>
            <a:r>
              <a:rPr lang="en-US" dirty="0"/>
              <a:t>Engineers warned management about risks</a:t>
            </a:r>
          </a:p>
          <a:p>
            <a:pPr lvl="1"/>
            <a:r>
              <a:rPr lang="en-US" dirty="0"/>
              <a:t>Went ahead anyway</a:t>
            </a:r>
          </a:p>
          <a:p>
            <a:r>
              <a:rPr lang="en-US" dirty="0"/>
              <a:t>Led to research about how organizations handle risk and how cultures of safety can be developed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67AA4F-CE5B-FF63-A31A-099D8FF1DE1C}"/>
              </a:ext>
            </a:extLst>
          </p:cNvPr>
          <p:cNvSpPr txBox="1">
            <a:spLocks/>
          </p:cNvSpPr>
          <p:nvPr/>
        </p:nvSpPr>
        <p:spPr>
          <a:xfrm>
            <a:off x="457200" y="181835"/>
            <a:ext cx="8229600" cy="11430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The </a:t>
            </a:r>
            <a:r>
              <a:rPr lang="en-US" b="1" dirty="0">
                <a:ea typeface="Calibri"/>
                <a:cs typeface="Calibri"/>
              </a:rPr>
              <a:t>Challenger Explosion</a:t>
            </a:r>
            <a:r>
              <a:rPr lang="en-US" dirty="0">
                <a:ea typeface="Calibri"/>
                <a:cs typeface="Calibri"/>
              </a:rPr>
              <a:t> led to research on organizational error and culture of safety</a:t>
            </a:r>
            <a:endParaRPr lang="en-US" dirty="0">
              <a:ea typeface="+mn-lt"/>
              <a:cs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95484B-DF92-E6E9-A1C8-55EE92D93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957" y="2050962"/>
            <a:ext cx="3816626" cy="252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9921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09973-F62A-1C08-0C84-6B4412DCB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EBA15-BEC3-AA88-C790-ECFDA3B0A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Round 5: Common Surveys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DCED4-C76C-78D0-C4E9-6EF816DF3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/>
              <a:t>You want to know something and you can’t easily measure it. What do you do?</a:t>
            </a:r>
          </a:p>
          <a:p>
            <a:r>
              <a:rPr lang="en-US" dirty="0"/>
              <a:t>Ask someone and hope they can answer!</a:t>
            </a:r>
          </a:p>
          <a:p>
            <a:r>
              <a:rPr lang="en-US" dirty="0"/>
              <a:t>I’ll give you the survey, you give me </a:t>
            </a:r>
            <a:r>
              <a:rPr lang="en-US" b="1" dirty="0"/>
              <a:t>what it measures</a:t>
            </a:r>
            <a:r>
              <a:rPr lang="en-US" dirty="0"/>
              <a:t>!</a:t>
            </a:r>
          </a:p>
          <a:p>
            <a:pPr lvl="1"/>
            <a:endParaRPr lang="en-US" dirty="0"/>
          </a:p>
        </p:txBody>
      </p:sp>
      <p:pic>
        <p:nvPicPr>
          <p:cNvPr id="5122" name="Picture 2" descr="Collect Data with Online Surveys — Sage Research Methods Community">
            <a:extLst>
              <a:ext uri="{FF2B5EF4-FFF2-40B4-BE49-F238E27FC236}">
                <a16:creationId xmlns:a16="http://schemas.microsoft.com/office/drawing/2014/main" id="{4AD936B5-EE81-6DB2-46FB-CC609E31D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599" y="4539560"/>
            <a:ext cx="1769165" cy="1769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6768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F0D54-D7CF-775F-B56C-6A9DFCB1A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2A0B7-B2ED-2813-FFFE-6C22E6205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22960"/>
            <a:ext cx="8229600" cy="12463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NASA TLX</a:t>
            </a:r>
            <a:endParaRPr lang="en-US" dirty="0"/>
          </a:p>
        </p:txBody>
      </p:sp>
      <p:pic>
        <p:nvPicPr>
          <p:cNvPr id="10242" name="Picture 2" descr="Stream NASA | Listen to podcast episodes online for free on SoundCloud">
            <a:extLst>
              <a:ext uri="{FF2B5EF4-FFF2-40B4-BE49-F238E27FC236}">
                <a16:creationId xmlns:a16="http://schemas.microsoft.com/office/drawing/2014/main" id="{8888F78F-D54C-C891-8EEC-83C295FC6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240527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3632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D1BB0-960B-D9EF-8732-1514400DF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7DF84-B8EA-C891-CDE7-48BB689B3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01918"/>
            <a:ext cx="8229600" cy="13099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SAGAT and SART</a:t>
            </a:r>
            <a:endParaRPr lang="en-US" dirty="0"/>
          </a:p>
        </p:txBody>
      </p:sp>
      <p:pic>
        <p:nvPicPr>
          <p:cNvPr id="9218" name="Picture 2" descr="Mica Endsley - Wikipedia">
            <a:extLst>
              <a:ext uri="{FF2B5EF4-FFF2-40B4-BE49-F238E27FC236}">
                <a16:creationId xmlns:a16="http://schemas.microsoft.com/office/drawing/2014/main" id="{CE63CFBA-F413-3B23-4BCE-23A828460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8330" y="2922103"/>
            <a:ext cx="2067340" cy="258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33280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D7260-A368-C1DE-F539-0BEAE556D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22554-4A78-CE3E-1243-522718D20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755375"/>
            <a:ext cx="8229600" cy="11430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S.U.S.</a:t>
            </a:r>
            <a:endParaRPr lang="en-US" dirty="0">
              <a:ea typeface="+mn-lt"/>
              <a:cs typeface="+mn-lt"/>
            </a:endParaRPr>
          </a:p>
        </p:txBody>
      </p:sp>
      <p:pic>
        <p:nvPicPr>
          <p:cNvPr id="8194" name="Picture 2" descr="Among Us Logo, symbol, meaning, history, PNG, brand">
            <a:extLst>
              <a:ext uri="{FF2B5EF4-FFF2-40B4-BE49-F238E27FC236}">
                <a16:creationId xmlns:a16="http://schemas.microsoft.com/office/drawing/2014/main" id="{4FCE357E-65FD-76FB-7500-D6F99CD64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574" y="2160520"/>
            <a:ext cx="6718851" cy="3779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91236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C76AB-FDEB-213D-0042-66DAC3251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A1C70-9D82-5870-E090-E19538B8E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Round 5: Common Surveys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293E3-5511-3E70-F705-731EDD886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89043"/>
            <a:ext cx="8154063" cy="4337120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dirty="0"/>
              <a:t>Write down your answers!</a:t>
            </a:r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                            </a:t>
            </a:r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					Ready?</a:t>
            </a:r>
          </a:p>
        </p:txBody>
      </p:sp>
    </p:spTree>
    <p:extLst>
      <p:ext uri="{BB962C8B-B14F-4D97-AF65-F5344CB8AC3E}">
        <p14:creationId xmlns:p14="http://schemas.microsoft.com/office/powerpoint/2010/main" val="6067989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CDDE2-CC47-CA28-84EE-9BD061169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DB005-3150-E29E-CE38-C7783AAFE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"/>
            <a:ext cx="8229600" cy="12463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NASA Task Load Index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D702847-1129-90A5-06C1-641899D0EEB8}"/>
              </a:ext>
            </a:extLst>
          </p:cNvPr>
          <p:cNvSpPr txBox="1">
            <a:spLocks/>
          </p:cNvSpPr>
          <p:nvPr/>
        </p:nvSpPr>
        <p:spPr>
          <a:xfrm>
            <a:off x="126851" y="1614653"/>
            <a:ext cx="5041497" cy="52433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</a:pPr>
            <a:r>
              <a:rPr lang="en-US" sz="2800" b="1" dirty="0"/>
              <a:t>Workload</a:t>
            </a:r>
            <a:r>
              <a:rPr lang="en-US" sz="2800" dirty="0"/>
              <a:t>!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In 6 subscales</a:t>
            </a:r>
          </a:p>
          <a:p>
            <a:pPr lvl="1">
              <a:spcBef>
                <a:spcPts val="1800"/>
              </a:spcBef>
            </a:pPr>
            <a:r>
              <a:rPr lang="en-US" sz="2000" dirty="0"/>
              <a:t>Mental</a:t>
            </a:r>
          </a:p>
          <a:p>
            <a:pPr lvl="1">
              <a:spcBef>
                <a:spcPts val="1800"/>
              </a:spcBef>
            </a:pPr>
            <a:r>
              <a:rPr lang="en-US" sz="2000" dirty="0"/>
              <a:t>Physical</a:t>
            </a:r>
          </a:p>
          <a:p>
            <a:pPr lvl="1">
              <a:spcBef>
                <a:spcPts val="1800"/>
              </a:spcBef>
            </a:pPr>
            <a:r>
              <a:rPr lang="en-US" sz="2000" dirty="0"/>
              <a:t>Temporal</a:t>
            </a:r>
          </a:p>
          <a:p>
            <a:pPr lvl="1">
              <a:spcBef>
                <a:spcPts val="1800"/>
              </a:spcBef>
            </a:pPr>
            <a:r>
              <a:rPr lang="en-US" sz="2000" dirty="0"/>
              <a:t>Frustration</a:t>
            </a:r>
          </a:p>
          <a:p>
            <a:pPr lvl="1">
              <a:spcBef>
                <a:spcPts val="1800"/>
              </a:spcBef>
            </a:pPr>
            <a:r>
              <a:rPr lang="en-US" sz="2000" dirty="0"/>
              <a:t>Effort</a:t>
            </a:r>
          </a:p>
          <a:p>
            <a:pPr lvl="1">
              <a:spcBef>
                <a:spcPts val="1800"/>
              </a:spcBef>
            </a:pPr>
            <a:r>
              <a:rPr lang="en-US" sz="2000" dirty="0"/>
              <a:t>Performance</a:t>
            </a:r>
          </a:p>
        </p:txBody>
      </p:sp>
      <p:pic>
        <p:nvPicPr>
          <p:cNvPr id="11266" name="Picture 2" descr="The NASA-TLX scale. Overall workload (OW) is the weighted sum of the... |  Download Scientific Diagram">
            <a:extLst>
              <a:ext uri="{FF2B5EF4-FFF2-40B4-BE49-F238E27FC236}">
                <a16:creationId xmlns:a16="http://schemas.microsoft.com/office/drawing/2014/main" id="{B110053F-C479-DDAF-0A8A-751AFBF2B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4525" y="1143001"/>
            <a:ext cx="3112624" cy="438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How to Answer &quot;How Do You Manage a Heavy Workload?&quot; | FlexJobs">
            <a:extLst>
              <a:ext uri="{FF2B5EF4-FFF2-40B4-BE49-F238E27FC236}">
                <a16:creationId xmlns:a16="http://schemas.microsoft.com/office/drawing/2014/main" id="{29EA805B-D859-27FE-F790-A63FBD22AE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4" r="7811"/>
          <a:stretch>
            <a:fillRect/>
          </a:stretch>
        </p:blipFill>
        <p:spPr bwMode="auto">
          <a:xfrm>
            <a:off x="3344647" y="4492487"/>
            <a:ext cx="2976639" cy="1871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508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D1F88-92F2-55A7-D366-AC843994D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E1565-3F12-92B5-DB88-11C0912A5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3063"/>
            <a:ext cx="8229600" cy="92036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/>
              <a:t>Situation Awareness Global Assessment Technique</a:t>
            </a:r>
            <a:r>
              <a:rPr lang="en-US" dirty="0">
                <a:ea typeface="Calibri"/>
                <a:cs typeface="Calibri"/>
              </a:rPr>
              <a:t> and SART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9DD5DF-21E3-98ED-88E0-79D6A4ECB683}"/>
              </a:ext>
            </a:extLst>
          </p:cNvPr>
          <p:cNvSpPr txBox="1">
            <a:spLocks/>
          </p:cNvSpPr>
          <p:nvPr/>
        </p:nvSpPr>
        <p:spPr>
          <a:xfrm>
            <a:off x="126851" y="1614653"/>
            <a:ext cx="5733260" cy="52433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</a:pPr>
            <a:r>
              <a:rPr lang="en-US" sz="2800" b="1" dirty="0"/>
              <a:t>Situation Awareness</a:t>
            </a:r>
            <a:r>
              <a:rPr lang="en-US" sz="2800" dirty="0"/>
              <a:t>!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Three levels</a:t>
            </a:r>
          </a:p>
          <a:p>
            <a:pPr lvl="1">
              <a:spcBef>
                <a:spcPts val="1800"/>
              </a:spcBef>
            </a:pPr>
            <a:r>
              <a:rPr lang="en-US" sz="2000" dirty="0"/>
              <a:t>Perception (what)</a:t>
            </a:r>
          </a:p>
          <a:p>
            <a:pPr lvl="1">
              <a:spcBef>
                <a:spcPts val="1800"/>
              </a:spcBef>
            </a:pPr>
            <a:r>
              <a:rPr lang="en-US" sz="2000" dirty="0"/>
              <a:t>Comprehension (so what)</a:t>
            </a:r>
          </a:p>
          <a:p>
            <a:pPr lvl="1">
              <a:spcBef>
                <a:spcPts val="1800"/>
              </a:spcBef>
            </a:pPr>
            <a:r>
              <a:rPr lang="en-US" sz="2000" dirty="0"/>
              <a:t>Projection (what next)</a:t>
            </a:r>
          </a:p>
          <a:p>
            <a:pPr>
              <a:spcBef>
                <a:spcPts val="1800"/>
              </a:spcBef>
            </a:pPr>
            <a:r>
              <a:rPr lang="en-US" sz="2400" dirty="0"/>
              <a:t>SAGAT – freeze randomly and ask what they know</a:t>
            </a:r>
          </a:p>
          <a:p>
            <a:pPr>
              <a:spcBef>
                <a:spcPts val="1800"/>
              </a:spcBef>
            </a:pPr>
            <a:r>
              <a:rPr lang="en-US" sz="2400" dirty="0"/>
              <a:t>SART – subjective self-assessment</a:t>
            </a:r>
          </a:p>
        </p:txBody>
      </p:sp>
      <p:pic>
        <p:nvPicPr>
          <p:cNvPr id="7170" name="Picture 2" descr="National Situational Awareness Day - JJ Safety">
            <a:extLst>
              <a:ext uri="{FF2B5EF4-FFF2-40B4-BE49-F238E27FC236}">
                <a16:creationId xmlns:a16="http://schemas.microsoft.com/office/drawing/2014/main" id="{6A21F61F-5D24-EED6-C11E-D69C55C6C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2809" y="4978483"/>
            <a:ext cx="2613991" cy="1463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T-Rex Jet | Know Your Meme">
            <a:extLst>
              <a:ext uri="{FF2B5EF4-FFF2-40B4-BE49-F238E27FC236}">
                <a16:creationId xmlns:a16="http://schemas.microsoft.com/office/drawing/2014/main" id="{BB002CAE-6147-3E4B-43BC-039C24508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7000" y="1949305"/>
            <a:ext cx="2615588" cy="215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53152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7FF6E-AA56-63F7-49B2-8EF636380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E34FB5-3588-7AFE-2580-65489C651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199"/>
            <a:ext cx="4770783" cy="5075965"/>
          </a:xfrm>
        </p:spPr>
        <p:txBody>
          <a:bodyPr>
            <a:normAutofit/>
          </a:bodyPr>
          <a:lstStyle/>
          <a:p>
            <a:r>
              <a:rPr lang="en-US" b="1" dirty="0"/>
              <a:t>Usability</a:t>
            </a:r>
            <a:r>
              <a:rPr lang="en-US" dirty="0"/>
              <a:t>!</a:t>
            </a:r>
          </a:p>
          <a:p>
            <a:r>
              <a:rPr lang="en-US" dirty="0"/>
              <a:t>10 items</a:t>
            </a:r>
          </a:p>
          <a:p>
            <a:r>
              <a:rPr lang="en-US" dirty="0"/>
              <a:t>Subjective assessment</a:t>
            </a:r>
          </a:p>
          <a:p>
            <a:r>
              <a:rPr lang="en-US" dirty="0"/>
              <a:t>EZ </a:t>
            </a:r>
            <a:r>
              <a:rPr lang="en-US" dirty="0" err="1"/>
              <a:t>peasy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3D61B98-6861-2437-5A0C-95BC85D9B35B}"/>
              </a:ext>
            </a:extLst>
          </p:cNvPr>
          <p:cNvSpPr txBox="1">
            <a:spLocks/>
          </p:cNvSpPr>
          <p:nvPr/>
        </p:nvSpPr>
        <p:spPr>
          <a:xfrm>
            <a:off x="457200" y="181835"/>
            <a:ext cx="8229600" cy="11430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System Usability Scale</a:t>
            </a:r>
            <a:endParaRPr lang="en-US" dirty="0">
              <a:ea typeface="+mn-lt"/>
              <a:cs typeface="+mn-lt"/>
            </a:endParaRPr>
          </a:p>
        </p:txBody>
      </p:sp>
      <p:pic>
        <p:nvPicPr>
          <p:cNvPr id="6146" name="Picture 2" descr="System Usability Scale (SUS) Practical Guide for 2025 | UXtweak">
            <a:extLst>
              <a:ext uri="{FF2B5EF4-FFF2-40B4-BE49-F238E27FC236}">
                <a16:creationId xmlns:a16="http://schemas.microsoft.com/office/drawing/2014/main" id="{B84EDFD5-6430-BCF8-7B77-C49E221C4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1139" y="1435647"/>
            <a:ext cx="2885661" cy="257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ow to conduct efficient usability testing in 5 steps with a sample script">
            <a:extLst>
              <a:ext uri="{FF2B5EF4-FFF2-40B4-BE49-F238E27FC236}">
                <a16:creationId xmlns:a16="http://schemas.microsoft.com/office/drawing/2014/main" id="{E979DB46-8486-E245-9466-6656E7AAF1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18" r="22391"/>
          <a:stretch>
            <a:fillRect/>
          </a:stretch>
        </p:blipFill>
        <p:spPr bwMode="auto">
          <a:xfrm>
            <a:off x="3548804" y="4192687"/>
            <a:ext cx="2591922" cy="245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01444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BF7DD-26C9-F172-5030-1B5707377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CC102-20B3-E5B9-E79B-D65C45898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Round 6: Human Factors 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88942-B90B-FB0E-F1F7-E16DC1B14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/>
              <a:t>“All models are wrong, but some are useful”</a:t>
            </a:r>
          </a:p>
          <a:p>
            <a:r>
              <a:rPr lang="en-US" dirty="0"/>
              <a:t>I’ll give you a picture, you give me the </a:t>
            </a:r>
            <a:r>
              <a:rPr lang="en-US" b="1" dirty="0"/>
              <a:t>model name</a:t>
            </a:r>
            <a:r>
              <a:rPr lang="en-US" dirty="0"/>
              <a:t> and </a:t>
            </a:r>
            <a:r>
              <a:rPr lang="en-US" b="1" dirty="0"/>
              <a:t>what it models</a:t>
            </a:r>
            <a:r>
              <a:rPr lang="en-US" dirty="0"/>
              <a:t> (half credit each)!</a:t>
            </a:r>
          </a:p>
          <a:p>
            <a:pPr lvl="1"/>
            <a:endParaRPr lang="en-US" dirty="0"/>
          </a:p>
        </p:txBody>
      </p:sp>
      <p:pic>
        <p:nvPicPr>
          <p:cNvPr id="18434" name="Picture 2" descr="Model - Wikipedia">
            <a:extLst>
              <a:ext uri="{FF2B5EF4-FFF2-40B4-BE49-F238E27FC236}">
                <a16:creationId xmlns:a16="http://schemas.microsoft.com/office/drawing/2014/main" id="{0377F5ED-5616-75F1-D2BF-A241567BC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2818" y="3973796"/>
            <a:ext cx="2431498" cy="2427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3D Printable Single-Color Cell Model by Elian Briceno">
            <a:extLst>
              <a:ext uri="{FF2B5EF4-FFF2-40B4-BE49-F238E27FC236}">
                <a16:creationId xmlns:a16="http://schemas.microsoft.com/office/drawing/2014/main" id="{E4582EA3-BBC9-ADDF-753E-1A0F62311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684" y="3973796"/>
            <a:ext cx="2427004" cy="2427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64539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CE3D0-82B4-EC8E-77D4-D2B8B52F3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A51017FF-6516-7FC3-EFD4-E36ABEE4B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244" y="2352571"/>
            <a:ext cx="5885511" cy="2152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18824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F7EE5-30F0-7D99-D3EE-ACF23170C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Behavioral model skill-rule-knowledge (SRK) (Rasmussen, 1983). | Download  Scientific Diagram">
            <a:extLst>
              <a:ext uri="{FF2B5EF4-FFF2-40B4-BE49-F238E27FC236}">
                <a16:creationId xmlns:a16="http://schemas.microsoft.com/office/drawing/2014/main" id="{8D44B7C1-3FCA-F669-0A29-8FFFD5D8D0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8"/>
          <a:stretch>
            <a:fillRect/>
          </a:stretch>
        </p:blipFill>
        <p:spPr bwMode="auto">
          <a:xfrm>
            <a:off x="1683233" y="800100"/>
            <a:ext cx="6214855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09379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0B0AE-A901-2D1F-9BA2-AC6CF85AB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The RPD Model">
            <a:extLst>
              <a:ext uri="{FF2B5EF4-FFF2-40B4-BE49-F238E27FC236}">
                <a16:creationId xmlns:a16="http://schemas.microsoft.com/office/drawing/2014/main" id="{9932D237-55B3-4C6F-2BBB-2B15FEF22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681" y="506492"/>
            <a:ext cx="5406638" cy="584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22610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EC0A8-84DC-4C0C-8631-2684FE744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75111-25F4-6D04-479C-8BE33492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Round 6: Human Factors 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0DCAB-9E85-A9A9-263E-A0F094C4F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89043"/>
            <a:ext cx="8154063" cy="4337120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dirty="0"/>
              <a:t>Write down your answers!</a:t>
            </a:r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                            </a:t>
            </a:r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					Ready?</a:t>
            </a:r>
          </a:p>
        </p:txBody>
      </p:sp>
    </p:spTree>
    <p:extLst>
      <p:ext uri="{BB962C8B-B14F-4D97-AF65-F5344CB8AC3E}">
        <p14:creationId xmlns:p14="http://schemas.microsoft.com/office/powerpoint/2010/main" val="41038406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D558E-6C00-114B-442C-68E108AAE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4BBA1-2806-8385-2F39-F6013E08B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5273"/>
            <a:ext cx="8229600" cy="12463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Reason’s </a:t>
            </a:r>
            <a:r>
              <a:rPr lang="en-US" b="1" dirty="0">
                <a:ea typeface="Calibri"/>
                <a:cs typeface="Calibri"/>
              </a:rPr>
              <a:t>Swiss Cheese Model </a:t>
            </a:r>
            <a:r>
              <a:rPr lang="en-US" dirty="0">
                <a:ea typeface="Calibri"/>
                <a:cs typeface="Calibri"/>
              </a:rPr>
              <a:t>(1990)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5857B05-2B6C-84FE-0AEF-527CAD1EAE5C}"/>
              </a:ext>
            </a:extLst>
          </p:cNvPr>
          <p:cNvSpPr txBox="1">
            <a:spLocks/>
          </p:cNvSpPr>
          <p:nvPr/>
        </p:nvSpPr>
        <p:spPr>
          <a:xfrm>
            <a:off x="126851" y="1614653"/>
            <a:ext cx="5041497" cy="52433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</a:pPr>
            <a:r>
              <a:rPr lang="en-US" sz="2800" b="1" dirty="0"/>
              <a:t>Errors</a:t>
            </a:r>
            <a:r>
              <a:rPr lang="en-US" sz="2800" dirty="0"/>
              <a:t>!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Errors happen when several gaps in protective layers align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Errors can be reduced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More precautionary layers</a:t>
            </a:r>
          </a:p>
          <a:p>
            <a:pPr lvl="1">
              <a:spcBef>
                <a:spcPts val="1800"/>
              </a:spcBef>
            </a:pPr>
            <a:r>
              <a:rPr lang="en-US" sz="2400" dirty="0"/>
              <a:t>Ensure holes don’t align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28203E2-F1DA-88E3-0C80-32DE57E91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232970" y="3268168"/>
            <a:ext cx="4006240" cy="1465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9797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B9ECF-6BF2-92EA-380F-2ED404FFE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00BCC-73E6-85AD-33B8-ADE236190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3063"/>
            <a:ext cx="8229600" cy="92036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/>
              <a:t>Rasmussen’s </a:t>
            </a:r>
            <a:r>
              <a:rPr lang="en-US" b="1" dirty="0"/>
              <a:t>Skill, Rule, and Knowledge</a:t>
            </a:r>
            <a:r>
              <a:rPr lang="en-US" dirty="0"/>
              <a:t> (SRK) Model (1983)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20E18FF-498F-0AEC-DA6C-F5DA0FA23E75}"/>
              </a:ext>
            </a:extLst>
          </p:cNvPr>
          <p:cNvSpPr txBox="1">
            <a:spLocks/>
          </p:cNvSpPr>
          <p:nvPr/>
        </p:nvSpPr>
        <p:spPr>
          <a:xfrm>
            <a:off x="116912" y="1952584"/>
            <a:ext cx="5733260" cy="52433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</a:pPr>
            <a:r>
              <a:rPr lang="en-US" sz="2800" b="1" dirty="0"/>
              <a:t>Performance</a:t>
            </a:r>
            <a:r>
              <a:rPr lang="en-US" sz="2800" dirty="0"/>
              <a:t>!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Three levels</a:t>
            </a:r>
          </a:p>
          <a:p>
            <a:pPr lvl="1">
              <a:spcBef>
                <a:spcPts val="1800"/>
              </a:spcBef>
            </a:pPr>
            <a:r>
              <a:rPr lang="en-US" sz="2000" dirty="0"/>
              <a:t>Skill (automatic)</a:t>
            </a:r>
          </a:p>
          <a:p>
            <a:pPr lvl="1">
              <a:spcBef>
                <a:spcPts val="1800"/>
              </a:spcBef>
            </a:pPr>
            <a:r>
              <a:rPr lang="en-US" sz="2000" dirty="0"/>
              <a:t>Rule (if-then)</a:t>
            </a:r>
          </a:p>
          <a:p>
            <a:pPr lvl="1">
              <a:spcBef>
                <a:spcPts val="1800"/>
              </a:spcBef>
            </a:pPr>
            <a:r>
              <a:rPr lang="en-US" sz="2000" dirty="0"/>
              <a:t>Knowledge (reason it out)</a:t>
            </a:r>
          </a:p>
          <a:p>
            <a:pPr>
              <a:spcBef>
                <a:spcPts val="1800"/>
              </a:spcBef>
            </a:pPr>
            <a:r>
              <a:rPr lang="en-US" sz="2400" dirty="0"/>
              <a:t>Different errors in different stages</a:t>
            </a:r>
          </a:p>
          <a:p>
            <a:pPr>
              <a:spcBef>
                <a:spcPts val="1800"/>
              </a:spcBef>
            </a:pPr>
            <a:r>
              <a:rPr lang="en-US" sz="2400" dirty="0"/>
              <a:t>More automaticity = faster</a:t>
            </a:r>
          </a:p>
        </p:txBody>
      </p:sp>
      <p:pic>
        <p:nvPicPr>
          <p:cNvPr id="2" name="Picture 2" descr="Behavioral model skill-rule-knowledge (SRK) (Rasmussen, 1983). | Download  Scientific Diagram">
            <a:extLst>
              <a:ext uri="{FF2B5EF4-FFF2-40B4-BE49-F238E27FC236}">
                <a16:creationId xmlns:a16="http://schemas.microsoft.com/office/drawing/2014/main" id="{6E859A96-25D0-AA57-BA97-A149F5C9CA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"/>
          <a:stretch>
            <a:fillRect/>
          </a:stretch>
        </p:blipFill>
        <p:spPr bwMode="auto">
          <a:xfrm>
            <a:off x="4333461" y="1555018"/>
            <a:ext cx="4194313" cy="2743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29457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BA697-8920-8932-99F8-1934CF53C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1D4010-E086-FD17-7CD3-50D0B32CB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199"/>
            <a:ext cx="4770783" cy="5075965"/>
          </a:xfrm>
        </p:spPr>
        <p:txBody>
          <a:bodyPr>
            <a:normAutofit/>
          </a:bodyPr>
          <a:lstStyle/>
          <a:p>
            <a:r>
              <a:rPr lang="en-US" dirty="0"/>
              <a:t>Naturalistic </a:t>
            </a:r>
            <a:r>
              <a:rPr lang="en-US" b="1" dirty="0"/>
              <a:t>Decision Making</a:t>
            </a:r>
            <a:r>
              <a:rPr lang="en-US" dirty="0"/>
              <a:t>!</a:t>
            </a:r>
          </a:p>
          <a:p>
            <a:r>
              <a:rPr lang="en-US" dirty="0"/>
              <a:t>10 items</a:t>
            </a:r>
          </a:p>
          <a:p>
            <a:r>
              <a:rPr lang="en-US" dirty="0"/>
              <a:t>Subjective assessment</a:t>
            </a:r>
          </a:p>
          <a:p>
            <a:r>
              <a:rPr lang="en-US" dirty="0"/>
              <a:t>EZ </a:t>
            </a:r>
            <a:r>
              <a:rPr lang="en-US" dirty="0" err="1"/>
              <a:t>peasy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6E02D41-DB7C-47FD-1016-7B5911B4FD82}"/>
              </a:ext>
            </a:extLst>
          </p:cNvPr>
          <p:cNvSpPr txBox="1">
            <a:spLocks/>
          </p:cNvSpPr>
          <p:nvPr/>
        </p:nvSpPr>
        <p:spPr>
          <a:xfrm>
            <a:off x="457200" y="181835"/>
            <a:ext cx="8229600" cy="11430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Klein’s </a:t>
            </a:r>
            <a:r>
              <a:rPr lang="en-US" b="1" dirty="0">
                <a:ea typeface="Calibri"/>
                <a:cs typeface="Calibri"/>
              </a:rPr>
              <a:t>Recognition Primed Decision-Making</a:t>
            </a:r>
            <a:r>
              <a:rPr lang="en-US" dirty="0">
                <a:ea typeface="Calibri"/>
                <a:cs typeface="Calibri"/>
              </a:rPr>
              <a:t> Model (1993)</a:t>
            </a:r>
            <a:endParaRPr lang="en-US" dirty="0">
              <a:ea typeface="+mn-lt"/>
              <a:cs typeface="+mn-lt"/>
            </a:endParaRPr>
          </a:p>
        </p:txBody>
      </p:sp>
      <p:pic>
        <p:nvPicPr>
          <p:cNvPr id="12290" name="Picture 2" descr="The RPD Model">
            <a:extLst>
              <a:ext uri="{FF2B5EF4-FFF2-40B4-BE49-F238E27FC236}">
                <a16:creationId xmlns:a16="http://schemas.microsoft.com/office/drawing/2014/main" id="{C212AB96-5BBE-75E9-1CA5-A2C8152ED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362" y="1600199"/>
            <a:ext cx="4155550" cy="4492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43937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67548-64CE-D553-CC8D-4E1EE4F86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Up Points!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81007-FA91-C0C4-BD94-E14B77FB7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600200"/>
            <a:ext cx="8557590" cy="2951911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ea typeface="Calibri"/>
                <a:cs typeface="Calibri"/>
              </a:rPr>
              <a:t>Point from each round</a:t>
            </a:r>
          </a:p>
          <a:p>
            <a:pPr lvl="1"/>
            <a:r>
              <a:rPr lang="en-US" dirty="0">
                <a:ea typeface="Calibri"/>
                <a:cs typeface="Calibri"/>
              </a:rPr>
              <a:t>1/3/5 pts per question for first half, 2/4/6 second half</a:t>
            </a:r>
          </a:p>
          <a:p>
            <a:r>
              <a:rPr lang="en-US" dirty="0">
                <a:ea typeface="Calibri"/>
                <a:cs typeface="Calibri"/>
              </a:rPr>
              <a:t>Bonus round</a:t>
            </a:r>
          </a:p>
          <a:p>
            <a:pPr lvl="1"/>
            <a:r>
              <a:rPr lang="en-US" dirty="0">
                <a:ea typeface="Calibri"/>
                <a:cs typeface="Calibri"/>
              </a:rPr>
              <a:t>2 pts each, 2 pt bonus for all 10</a:t>
            </a:r>
          </a:p>
          <a:p>
            <a:r>
              <a:rPr lang="en-US" dirty="0">
                <a:ea typeface="Calibri"/>
                <a:cs typeface="Calibri"/>
              </a:rPr>
              <a:t>+1 point per unique PhD, Master, Undergrad</a:t>
            </a:r>
          </a:p>
          <a:p>
            <a:r>
              <a:rPr lang="en-US" dirty="0">
                <a:ea typeface="Calibri"/>
                <a:cs typeface="Calibri"/>
              </a:rPr>
              <a:t>Add up total before final question</a:t>
            </a:r>
          </a:p>
          <a:p>
            <a:r>
              <a:rPr lang="en-US" dirty="0">
                <a:ea typeface="Calibri"/>
                <a:cs typeface="Calibri"/>
              </a:rPr>
              <a:t>Totals?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99CA40-072F-E594-7685-C0554449A2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05"/>
          <a:stretch>
            <a:fillRect/>
          </a:stretch>
        </p:blipFill>
        <p:spPr>
          <a:xfrm>
            <a:off x="4472609" y="4641573"/>
            <a:ext cx="3607904" cy="1941788"/>
          </a:xfrm>
          <a:prstGeom prst="rect">
            <a:avLst/>
          </a:prstGeom>
        </p:spPr>
      </p:pic>
      <p:pic>
        <p:nvPicPr>
          <p:cNvPr id="19458" name="Picture 2" descr="Amazon.com : Texas Instruments TI-84 Plus Graphics Calculator, Black 320 x  240 pixels (2.8&quot; diagonal) : Office Products">
            <a:extLst>
              <a:ext uri="{FF2B5EF4-FFF2-40B4-BE49-F238E27FC236}">
                <a16:creationId xmlns:a16="http://schemas.microsoft.com/office/drawing/2014/main" id="{C1DB0D8D-FB7A-91F1-E477-58FCD6130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81163">
            <a:off x="2454901" y="4304504"/>
            <a:ext cx="1162597" cy="221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62056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F6897-FE19-B60D-1851-E6F4D6406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CC5AE-74A5-0978-DDFB-04621662D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DD8F9-C922-AFA0-9CE2-EA27968A6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600200"/>
            <a:ext cx="8557590" cy="4263887"/>
          </a:xfrm>
        </p:spPr>
        <p:txBody>
          <a:bodyPr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7 points</a:t>
            </a:r>
          </a:p>
          <a:p>
            <a:r>
              <a:rPr lang="en-US" dirty="0">
                <a:ea typeface="Calibri"/>
                <a:cs typeface="Calibri"/>
              </a:rPr>
              <a:t>60 seconds</a:t>
            </a:r>
          </a:p>
          <a:p>
            <a:r>
              <a:rPr lang="en-US" dirty="0">
                <a:ea typeface="Calibri"/>
                <a:cs typeface="Calibri"/>
              </a:rPr>
              <a:t>Hand in papers to me when done</a:t>
            </a:r>
          </a:p>
          <a:p>
            <a:r>
              <a:rPr lang="en-US" dirty="0">
                <a:ea typeface="Calibri"/>
                <a:cs typeface="Calibri"/>
              </a:rPr>
              <a:t>Ready??</a:t>
            </a: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20482" name="Picture 2" descr="Stopwatch in hand. Sports timer in competition. The coach holds the  stopwatch. Start, finish. 46797738 Vector Art at Vecteezy">
            <a:extLst>
              <a:ext uri="{FF2B5EF4-FFF2-40B4-BE49-F238E27FC236}">
                <a16:creationId xmlns:a16="http://schemas.microsoft.com/office/drawing/2014/main" id="{510BEE29-6A4E-A0F2-0920-4CA7997DC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40356"/>
            <a:ext cx="2017643" cy="2017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07730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2D2D1-13C0-8DC0-8989-C0CCE8607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0DFD1-4916-4907-AC1B-DA89D87A9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984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400s BC Greek physician and philosopher described how a surgeon’s workplace should be laid out for safety and efficiency?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72FC26-1DD7-5BFF-9411-8D7368C88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204" y="5993526"/>
            <a:ext cx="8557590" cy="672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Hint: he’s famous for other things in medicine too</a:t>
            </a: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4D0C4BC3-D538-CC43-A35E-6E998640C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458" y="3180522"/>
            <a:ext cx="1705083" cy="2503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4177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09A72-A863-A399-8209-5F602812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20881"/>
            <a:ext cx="8229600" cy="1143000"/>
          </a:xfrm>
        </p:spPr>
        <p:txBody>
          <a:bodyPr/>
          <a:lstStyle/>
          <a:p>
            <a:r>
              <a:rPr lang="en-US" dirty="0"/>
              <a:t>Turn in sheets!</a:t>
            </a:r>
          </a:p>
        </p:txBody>
      </p:sp>
    </p:spTree>
    <p:extLst>
      <p:ext uri="{BB962C8B-B14F-4D97-AF65-F5344CB8AC3E}">
        <p14:creationId xmlns:p14="http://schemas.microsoft.com/office/powerpoint/2010/main" val="5890974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39908-7F09-5C60-4287-74174779E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AEC2-07F5-0997-4292-D0DBB893D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984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400s BC Greek physician and philosopher described how a surgeon’s workplace should be laid out for safety and efficiency?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B4D52B2-94A8-45EB-FDC8-11EF2B438221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20651623">
            <a:off x="412475" y="3812571"/>
            <a:ext cx="3960744" cy="12389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>
                <a:ea typeface="Calibri"/>
                <a:cs typeface="Calibri"/>
              </a:rPr>
              <a:t>Hippocrates!</a:t>
            </a:r>
          </a:p>
          <a:p>
            <a:endParaRPr lang="en-US" sz="4800" dirty="0">
              <a:ea typeface="Calibri"/>
              <a:cs typeface="Calibri"/>
            </a:endParaRP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1DE50B2E-7104-2778-E52D-20804D1C0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458" y="3180522"/>
            <a:ext cx="1705083" cy="2503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189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OLIO NUOVO DAYS North 2021, And the winner is.... • Olio Nuovo Days">
            <a:extLst>
              <a:ext uri="{FF2B5EF4-FFF2-40B4-BE49-F238E27FC236}">
                <a16:creationId xmlns:a16="http://schemas.microsoft.com/office/drawing/2014/main" id="{8A56B5BB-4163-A00E-E6FD-36E8772EC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31235" y="-69575"/>
            <a:ext cx="11132471" cy="7007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6763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1746</Words>
  <Application>Microsoft Office PowerPoint</Application>
  <PresentationFormat>On-screen Show (4:3)</PresentationFormat>
  <Paragraphs>255</Paragraphs>
  <Slides>60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HFES Student Chapter</vt:lpstr>
      <vt:lpstr>How this will work</vt:lpstr>
      <vt:lpstr>Let's do this!</vt:lpstr>
      <vt:lpstr>Round 1: Individual Differences</vt:lpstr>
      <vt:lpstr>PowerPoint Presentation</vt:lpstr>
      <vt:lpstr>PowerPoint Presentation</vt:lpstr>
      <vt:lpstr>PowerPoint Presentation</vt:lpstr>
      <vt:lpstr>Round 1: Individual Differences</vt:lpstr>
      <vt:lpstr>PowerPoint Presentation</vt:lpstr>
      <vt:lpstr>PowerPoint Presentation</vt:lpstr>
      <vt:lpstr>PowerPoint Presentation</vt:lpstr>
      <vt:lpstr>Round 2: You Give Product a Bad Name</vt:lpstr>
      <vt:lpstr>PowerPoint Presentation</vt:lpstr>
      <vt:lpstr>PowerPoint Presentation</vt:lpstr>
      <vt:lpstr>PowerPoint Presentation</vt:lpstr>
      <vt:lpstr>Round 2: You Give Product a Bad Name</vt:lpstr>
      <vt:lpstr>PowerPoint Presentation</vt:lpstr>
      <vt:lpstr>PowerPoint Presentation</vt:lpstr>
      <vt:lpstr>PowerPoint Presentation</vt:lpstr>
      <vt:lpstr>Round 3: Famous Effects</vt:lpstr>
      <vt:lpstr>PowerPoint Presentation</vt:lpstr>
      <vt:lpstr>PowerPoint Presentation</vt:lpstr>
      <vt:lpstr>PowerPoint Presentation</vt:lpstr>
      <vt:lpstr>Round 3: Famous Effects</vt:lpstr>
      <vt:lpstr>PowerPoint Presentation</vt:lpstr>
      <vt:lpstr>PowerPoint Presentation</vt:lpstr>
      <vt:lpstr>PowerPoint Presentation</vt:lpstr>
      <vt:lpstr>Bonus Round!!!</vt:lpstr>
      <vt:lpstr>Go!</vt:lpstr>
      <vt:lpstr>Bonus Round Answers</vt:lpstr>
      <vt:lpstr>Round 4: Inciting Incidents</vt:lpstr>
      <vt:lpstr>PowerPoint Presentation</vt:lpstr>
      <vt:lpstr>PowerPoint Presentation</vt:lpstr>
      <vt:lpstr>PowerPoint Presentation</vt:lpstr>
      <vt:lpstr>Round 4: Inciting Incidents</vt:lpstr>
      <vt:lpstr>PowerPoint Presentation</vt:lpstr>
      <vt:lpstr>PowerPoint Presentation</vt:lpstr>
      <vt:lpstr>PowerPoint Presentation</vt:lpstr>
      <vt:lpstr>Round 5: Common Surveys</vt:lpstr>
      <vt:lpstr>PowerPoint Presentation</vt:lpstr>
      <vt:lpstr>PowerPoint Presentation</vt:lpstr>
      <vt:lpstr>PowerPoint Presentation</vt:lpstr>
      <vt:lpstr>Round 5: Common Surveys</vt:lpstr>
      <vt:lpstr>PowerPoint Presentation</vt:lpstr>
      <vt:lpstr>PowerPoint Presentation</vt:lpstr>
      <vt:lpstr>PowerPoint Presentation</vt:lpstr>
      <vt:lpstr>Round 6: Human Factors Models</vt:lpstr>
      <vt:lpstr>PowerPoint Presentation</vt:lpstr>
      <vt:lpstr>PowerPoint Presentation</vt:lpstr>
      <vt:lpstr>PowerPoint Presentation</vt:lpstr>
      <vt:lpstr>Round 6: Human Factors Models</vt:lpstr>
      <vt:lpstr>PowerPoint Presentation</vt:lpstr>
      <vt:lpstr>PowerPoint Presentation</vt:lpstr>
      <vt:lpstr>PowerPoint Presentation</vt:lpstr>
      <vt:lpstr>Add Up Points!</vt:lpstr>
      <vt:lpstr>Final Question</vt:lpstr>
      <vt:lpstr>What 400s BC Greek physician and philosopher described how a surgeon’s workplace should be laid out for safety and efficiency?</vt:lpstr>
      <vt:lpstr>Turn in sheets!</vt:lpstr>
      <vt:lpstr>What 400s BC Greek physician and philosopher described how a surgeon’s workplace should be laid out for safety and efficiency?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Lenz, Thomas W [IMSE]</cp:lastModifiedBy>
  <cp:revision>1</cp:revision>
  <dcterms:created xsi:type="dcterms:W3CDTF">2012-08-24T00:53:15Z</dcterms:created>
  <dcterms:modified xsi:type="dcterms:W3CDTF">2025-10-29T05:17:28Z</dcterms:modified>
</cp:coreProperties>
</file>